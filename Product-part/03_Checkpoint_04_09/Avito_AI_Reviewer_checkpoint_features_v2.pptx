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b896fd44754d95" /><Relationship Type="http://schemas.openxmlformats.org/officeDocument/2006/relationships/extended-properties" Target="/docProps/app.xml" Id="Re86f39aa61d14357" /><Relationship Type="http://schemas.openxmlformats.org/officeDocument/2006/relationships/officeDocument" Target="/ppt/presentation.xml" Id="R0a6f68c565574bc6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ac6dbaeeb7d04487"/>
  </p:sldMasterIdLst>
  <p:notesMasterIdLst>
    <p:notesMasterId xmlns:r="http://schemas.openxmlformats.org/officeDocument/2006/relationships" r:id="Rc6e9818219be425b"/>
  </p:notesMasterIdLst>
  <p:sldIdLst>
    <p:sldId xmlns:r="http://schemas.openxmlformats.org/officeDocument/2006/relationships" id="256" r:id="Rb9d18c05cb3248a5"/>
    <p:sldId xmlns:r="http://schemas.openxmlformats.org/officeDocument/2006/relationships" id="257" r:id="R9d3bbd1c6a1545b9"/>
    <p:sldId xmlns:r="http://schemas.openxmlformats.org/officeDocument/2006/relationships" id="258" r:id="Rd0335d3c3fce489f"/>
    <p:sldId xmlns:r="http://schemas.openxmlformats.org/officeDocument/2006/relationships" id="259" r:id="Rd42cdf8a35494106"/>
    <p:sldId xmlns:r="http://schemas.openxmlformats.org/officeDocument/2006/relationships" id="260" r:id="R8a3068d899704bb0"/>
    <p:sldId xmlns:r="http://schemas.openxmlformats.org/officeDocument/2006/relationships" id="261" r:id="R4a410a500e64496e"/>
    <p:sldId xmlns:r="http://schemas.openxmlformats.org/officeDocument/2006/relationships" id="262" r:id="Rd81c2d64d3304f59"/>
    <p:sldId xmlns:r="http://schemas.openxmlformats.org/officeDocument/2006/relationships" id="263" r:id="Re305f521936442b6"/>
    <p:sldId xmlns:r="http://schemas.openxmlformats.org/officeDocument/2006/relationships" id="264" r:id="Rfcae05809e1c472f"/>
    <p:sldId xmlns:r="http://schemas.openxmlformats.org/officeDocument/2006/relationships" id="265" r:id="R308c19eebc4f406b"/>
    <p:sldId xmlns:r="http://schemas.openxmlformats.org/officeDocument/2006/relationships" id="266" r:id="R2ed8683a3293453b"/>
    <p:sldId xmlns:r="http://schemas.openxmlformats.org/officeDocument/2006/relationships" id="267" r:id="Ra591e5c8bf1a481c"/>
    <p:sldId xmlns:r="http://schemas.openxmlformats.org/officeDocument/2006/relationships" id="268" r:id="R18b5b670346e48dc"/>
    <p:sldId xmlns:r="http://schemas.openxmlformats.org/officeDocument/2006/relationships" id="269" r:id="R9ca34e7ece344da2"/>
    <p:sldId xmlns:r="http://schemas.openxmlformats.org/officeDocument/2006/relationships" id="270" r:id="Rf9579589c53c4a30"/>
    <p:sldId xmlns:r="http://schemas.openxmlformats.org/officeDocument/2006/relationships" id="271" r:id="Rc73d1f49807f49dd"/>
    <p:sldId xmlns:r="http://schemas.openxmlformats.org/officeDocument/2006/relationships" id="272" r:id="R1883e0aecd8945ff"/>
  </p:sldIdLst>
  <p:sldSz cx="9144000" cy="5143500"/>
  <p:notesSz cx="6858000" cy="9144000"/>
  <p:embeddedFontLst>
    <p:embeddedFont>
      <p:font typeface="IBM Plex Mono"/>
      <p:regular xmlns:r="http://schemas.openxmlformats.org/officeDocument/2006/relationships" r:id="Rb7c0324f44ee4221"/>
      <p:bold xmlns:r="http://schemas.openxmlformats.org/officeDocument/2006/relationships" r:id="Raed6d0e9fbd6485e"/>
      <p:italic xmlns:r="http://schemas.openxmlformats.org/officeDocument/2006/relationships" r:id="R0dbaac4d5d7d4a4f"/>
      <p:boldItalic xmlns:r="http://schemas.openxmlformats.org/officeDocument/2006/relationships" r:id="Re7b43228b6e54b75"/>
    </p:embeddedFont>
    <p:embeddedFont>
      <p:font typeface="Manrope"/>
      <p:regular xmlns:r="http://schemas.openxmlformats.org/officeDocument/2006/relationships" r:id="R26a27045feef43ee"/>
      <p:bold xmlns:r="http://schemas.openxmlformats.org/officeDocument/2006/relationships" r:id="R8c721ae534b04804"/>
    </p:embeddedFont>
    <p:embeddedFont>
      <p:font typeface="Manrope Medium"/>
      <p:regular xmlns:r="http://schemas.openxmlformats.org/officeDocument/2006/relationships" r:id="Ra87c799f0d1d43e6"/>
      <p:bold xmlns:r="http://schemas.openxmlformats.org/officeDocument/2006/relationships" r:id="R4c9aee9734b54691"/>
    </p:embeddedFont>
    <p:embeddedFont>
      <p:font typeface="Manrope SemiBold"/>
      <p:regular xmlns:r="http://schemas.openxmlformats.org/officeDocument/2006/relationships" r:id="R8354305c9fa142ca"/>
      <p:bold xmlns:r="http://schemas.openxmlformats.org/officeDocument/2006/relationships" r:id="R283b9936ddb943b0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B0BEE151-B95C-451E-839E-47EAF55227E3}">
  <a:tblStyle styleId="{B0BEE151-B95C-451E-839E-47EAF55227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697ced8afd4351" /><Relationship Type="http://schemas.openxmlformats.org/officeDocument/2006/relationships/slideMaster" Target="/ppt/slideMasters/slideMaster1.xml" Id="Rac6dbaeeb7d04487" /><Relationship Type="http://schemas.openxmlformats.org/officeDocument/2006/relationships/notesMaster" Target="/ppt/notesMasters/notesMaster1.xml" Id="Rc6e9818219be425b" /><Relationship Type="http://schemas.openxmlformats.org/officeDocument/2006/relationships/presProps" Target="/ppt/presProps.xml" Id="R85fb3eaa857940bc" /><Relationship Type="http://schemas.openxmlformats.org/officeDocument/2006/relationships/viewProps" Target="/ppt/viewProps.xml" Id="R36437a387d9e43f5" /><Relationship Type="http://schemas.openxmlformats.org/officeDocument/2006/relationships/tableStyles" Target="/ppt/tableStyles.xml" Id="R98d8277d2f0b421d" /><Relationship Type="http://schemas.openxmlformats.org/officeDocument/2006/relationships/font" Target="/ppt/fonts/font.dat" Id="Rb7c0324f44ee4221" /><Relationship Type="http://schemas.openxmlformats.org/officeDocument/2006/relationships/font" Target="/ppt/fonts/font2.dat" Id="Raed6d0e9fbd6485e" /><Relationship Type="http://schemas.openxmlformats.org/officeDocument/2006/relationships/font" Target="/ppt/fonts/font3.dat" Id="R0dbaac4d5d7d4a4f" /><Relationship Type="http://schemas.openxmlformats.org/officeDocument/2006/relationships/font" Target="/ppt/fonts/font4.dat" Id="Re7b43228b6e54b75" /><Relationship Type="http://schemas.openxmlformats.org/officeDocument/2006/relationships/font" Target="/ppt/fonts/font5.dat" Id="R26a27045feef43ee" /><Relationship Type="http://schemas.openxmlformats.org/officeDocument/2006/relationships/font" Target="/ppt/fonts/font6.dat" Id="R8c721ae534b04804" /><Relationship Type="http://schemas.openxmlformats.org/officeDocument/2006/relationships/font" Target="/ppt/fonts/font7.dat" Id="Ra87c799f0d1d43e6" /><Relationship Type="http://schemas.openxmlformats.org/officeDocument/2006/relationships/font" Target="/ppt/fonts/font8.dat" Id="R4c9aee9734b54691" /><Relationship Type="http://schemas.openxmlformats.org/officeDocument/2006/relationships/font" Target="/ppt/fonts/font9.dat" Id="R8354305c9fa142ca" /><Relationship Type="http://schemas.openxmlformats.org/officeDocument/2006/relationships/font" Target="/ppt/fonts/font10.dat" Id="R283b9936ddb943b0" /><Relationship Type="http://schemas.openxmlformats.org/officeDocument/2006/relationships/slide" Target="/ppt/slides/slide1.xml" Id="Rb9d18c05cb3248a5" /><Relationship Type="http://schemas.openxmlformats.org/officeDocument/2006/relationships/slide" Target="/ppt/slides/slide2.xml" Id="R9d3bbd1c6a1545b9" /><Relationship Type="http://schemas.openxmlformats.org/officeDocument/2006/relationships/slide" Target="/ppt/slides/slide3.xml" Id="Rd0335d3c3fce489f" /><Relationship Type="http://schemas.openxmlformats.org/officeDocument/2006/relationships/slide" Target="/ppt/slides/slide4.xml" Id="Rd42cdf8a35494106" /><Relationship Type="http://schemas.openxmlformats.org/officeDocument/2006/relationships/slide" Target="/ppt/slides/slide5.xml" Id="R8a3068d899704bb0" /><Relationship Type="http://schemas.openxmlformats.org/officeDocument/2006/relationships/slide" Target="/ppt/slides/slide6.xml" Id="R4a410a500e64496e" /><Relationship Type="http://schemas.openxmlformats.org/officeDocument/2006/relationships/slide" Target="/ppt/slides/slide7.xml" Id="Rd81c2d64d3304f59" /><Relationship Type="http://schemas.openxmlformats.org/officeDocument/2006/relationships/slide" Target="/ppt/slides/slide8.xml" Id="Re305f521936442b6" /><Relationship Type="http://schemas.openxmlformats.org/officeDocument/2006/relationships/slide" Target="/ppt/slides/slide9.xml" Id="Rfcae05809e1c472f" /><Relationship Type="http://schemas.openxmlformats.org/officeDocument/2006/relationships/slide" Target="/ppt/slides/slide10.xml" Id="R308c19eebc4f406b" /><Relationship Type="http://schemas.openxmlformats.org/officeDocument/2006/relationships/slide" Target="/ppt/slides/slide11.xml" Id="R2ed8683a3293453b" /><Relationship Type="http://schemas.openxmlformats.org/officeDocument/2006/relationships/slide" Target="/ppt/slides/slide12.xml" Id="Ra591e5c8bf1a481c" /><Relationship Type="http://schemas.openxmlformats.org/officeDocument/2006/relationships/slide" Target="/ppt/slides/slide13.xml" Id="R18b5b670346e48dc" /><Relationship Type="http://schemas.openxmlformats.org/officeDocument/2006/relationships/slide" Target="/ppt/slides/slide14.xml" Id="R9ca34e7ece344da2" /><Relationship Type="http://schemas.openxmlformats.org/officeDocument/2006/relationships/slide" Target="/ppt/slides/slide15.xml" Id="Rf9579589c53c4a30" /><Relationship Type="http://schemas.openxmlformats.org/officeDocument/2006/relationships/slide" Target="/ppt/slides/slide16.xml" Id="Rc73d1f49807f49dd" /><Relationship Type="http://schemas.openxmlformats.org/officeDocument/2006/relationships/slide" Target="/ppt/slides/slide17.xml" Id="R1883e0aecd8945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1c484645cd46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27c6a8e66b4ec2" /><Relationship Type="http://schemas.openxmlformats.org/officeDocument/2006/relationships/notesMaster" Target="/ppt/notesMasters/notesMaster1.xml" Id="Rb81d373b5a3b49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f8d70c053e4fe5" /><Relationship Type="http://schemas.openxmlformats.org/officeDocument/2006/relationships/notesMaster" Target="/ppt/notesMasters/notesMaster1.xml" Id="Rd222e559a0d040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a99a3f9c1f4dd8" /><Relationship Type="http://schemas.openxmlformats.org/officeDocument/2006/relationships/notesMaster" Target="/ppt/notesMasters/notesMaster1.xml" Id="R81016e3be66744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84ba7362054bdd" /><Relationship Type="http://schemas.openxmlformats.org/officeDocument/2006/relationships/notesMaster" Target="/ppt/notesMasters/notesMaster1.xml" Id="Re7194278b69242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5ab3ca2d1c425e" /><Relationship Type="http://schemas.openxmlformats.org/officeDocument/2006/relationships/notesMaster" Target="/ppt/notesMasters/notesMaster1.xml" Id="R90cea2f915b045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9bae51e2cd444e" /><Relationship Type="http://schemas.openxmlformats.org/officeDocument/2006/relationships/notesMaster" Target="/ppt/notesMasters/notesMaster1.xml" Id="Rba93a9018a7245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c872eb76474ee8" /><Relationship Type="http://schemas.openxmlformats.org/officeDocument/2006/relationships/notesMaster" Target="/ppt/notesMasters/notesMaster1.xml" Id="R9afdfbcbf8204d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1abb657a4f4264" /><Relationship Type="http://schemas.openxmlformats.org/officeDocument/2006/relationships/notesMaster" Target="/ppt/notesMasters/notesMaster1.xml" Id="Rfea137d114f341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6c22c58d104fda" /><Relationship Type="http://schemas.openxmlformats.org/officeDocument/2006/relationships/notesMaster" Target="/ppt/notesMasters/notesMaster1.xml" Id="R41a26f5a239b49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215d01ba1749ad" /><Relationship Type="http://schemas.openxmlformats.org/officeDocument/2006/relationships/notesMaster" Target="/ppt/notesMasters/notesMaster1.xml" Id="Rab24b11568f243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dd03f429f5432f" /><Relationship Type="http://schemas.openxmlformats.org/officeDocument/2006/relationships/notesMaster" Target="/ppt/notesMasters/notesMaster1.xml" Id="R74e6e3247cdf45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0820ee06ed4220" /><Relationship Type="http://schemas.openxmlformats.org/officeDocument/2006/relationships/notesMaster" Target="/ppt/notesMasters/notesMaster1.xml" Id="Rc297536504b34a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ac3dd548fc4bbc" /><Relationship Type="http://schemas.openxmlformats.org/officeDocument/2006/relationships/notesMaster" Target="/ppt/notesMasters/notesMaster1.xml" Id="Rb4cedb607d654f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e2f5e9e088a4d8b" /><Relationship Type="http://schemas.openxmlformats.org/officeDocument/2006/relationships/notesMaster" Target="/ppt/notesMasters/notesMaster1.xml" Id="Rf5e302ae3ad643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c7ba2756f824593" /><Relationship Type="http://schemas.openxmlformats.org/officeDocument/2006/relationships/notesMaster" Target="/ppt/notesMasters/notesMaster1.xml" Id="R6ccc4e0a684944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643275b0fd34945" /><Relationship Type="http://schemas.openxmlformats.org/officeDocument/2006/relationships/notesMaster" Target="/ppt/notesMasters/notesMaster1.xml" Id="Rda6344deffb24db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2658e1303414232" /><Relationship Type="http://schemas.openxmlformats.org/officeDocument/2006/relationships/notesMaster" Target="/ppt/notesMasters/notesMaster1.xml" Id="Rf82312be8d6a41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Открытие: представить продукт как единый управляемый процесс проверки домашних заданий.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User-provided Avito presentation template and assets.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Avito AI Reviewer case, interviews and product checkpoint materials dated 03-04.09.2026.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Проблема подтверждена интервью: процесс разнесён по Stepik, GitHub, документам, таблицам и ручным коммуникациям.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User-provided Avito presentation template and assets.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Avito AI Reviewer case, interviews and product checkpoint materials dated 03-04.09.2026.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Основной пользователь - методист. Ревьюер принимает итоговое решение, студент получает прозрачную обратную связь.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User-provided Avito presentation template and assets.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Avito AI Reviewer case, interviews and product checkpoint materials dated 03-04.09.2026.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Гипотеза соединяет операционную эффективность, качество проверки и цикл улучшения курса.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User-provided Avito presentation template and assets.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Avito AI Reviewer case, interviews and product checkpoint materials dated 03-04.09.2026.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Обзор продукта: пять модулей закрывают путь от сдачи работы до улучшения заданий, критериев и материалов курса.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User-edited Avito AI Reviewer checkpoint deck used as the visual and layout source.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Avito AI Reviewer case description, case-owner Q&amp;A, reviewer/methodist interview and team product discussion.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Единый кабинет заменяет ручной сбор данных и хаотичное перераспределение работ. Автораспределение должно обеспечивать своевременную проверку и баланс нагрузки; методист подключается к исключениям.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User-edited Avito AI Reviewer checkpoint deck used as the visual and layout source.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Avito AI Reviewer case description, case-owner Q&amp;A, reviewer/methodist interview and team product discussion.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 Review проверяет работу по каждому критерию, готовит прозрачное обоснование и два разных выхода: обратную связь студенту и подсказки ревьюеру. Ревьюер обязан проверить заключение, но может не перечитывать всю работу.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User-edited Avito AI Reviewer checkpoint deck used as the visual and layout source.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Avito AI Reviewer case description, case-owner Q&amp;A, reviewer/methodist interview and team product discussion.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Использование AI не запрещается. Если система видит признаки бездумного копирования, она объясняет сигнал и предлагает персональные вопросы. Ревьюер выбирает вопрос или пишет свой; студент отвечает текстом, а итоговое решение остаётся за человеком.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User-edited Avito AI Reviewer checkpoint deck used as the visual and layout source.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Avito AI Reviewer case description, case-owner Q&amp;A, reviewer/methodist interview and team product discussion.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Методист задаёт образовательную цель и черновик. Агент дополняет условие, критерии, разбалловку и эталон, затем прогоняет версии на AI-персонах и golden set. Система показывает, где меняются оценки, расходятся AI и эксперт или критерий сформулирован неоднозначно.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User-edited Avito AI Reviewer checkpoint deck used as the visual and layout source.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Avito AI Reviewer case description, case-owner Q&amp;A, reviewer/methodist interview and team product discussion.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Система агрегирует учебные сигналы по темам и показывает проблему вместе со статистикой. Она не переписывает курс автоматически: методист получает отчёт и решает, что менять в материалах, задании или критериях.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User-edited Avito AI Reviewer checkpoint deck used as the visual and layout source.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Avito AI Reviewer case description, case-owner Q&amp;A, reviewer/methodist interview and team product discussion.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Стек: FastAPI, Pydantic, LangGraph, LiteLLM, Docker, Langfuse; модели Z.ai и Gemini.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User-provided Avito presentation template and assets.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Avito AI Reviewer case, interviews and product checkpoint materials dated 03-04.09.2026.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К checkpoint реализованы веб-интерфейс трёх ролей, база данных и API core-сервиса, а также обработчик идеи в полное задание. AI Review и AI Detector находятся в разработке.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User-edited Avito AI Reviewer checkpoint deck used as the visual and layout source.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Avito AI Reviewer case description, case-owner Q&amp;A, reviewer/methodist interview and team product discussion.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MVP закрывает три обязательные функции кейса. Из собственных идей в рабочий контур входят единый кабинет, проверка понимания и конструктор заданий/критериев. Данные для дашбордов и часть интеграций представлены заглушками.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User-edited Avito AI Reviewer checkpoint deck used as the visual and layout source.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Avito AI Reviewer case description, case-owner Q&amp;A, reviewer/methodist interview and team product discussion.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Показатели предварительные. После первого замера на трёх работах цели будут пересчитаны.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User-provided Avito presentation template and assets.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Avito AI Reviewer case, interviews and product checkpoint materials dated 03-04.09.2026.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Слайд читается слева направо как четыре пары «риск → механизм снижения». Санкции и итоговая оценка не автоматизируются.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User-edited Avito AI Reviewer checkpoint deck used as the visual and layout source.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Avito AI Reviewer case description, case-owner Q&amp;A, reviewer/methodist interview and team product discussion.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До финала команда завершает сквозной сценарий, проводит экспертную проверку и обновляет материалы.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User-provided Avito presentation template and assets.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Avito AI Reviewer case, interviews and product checkpoint materials dated 03-04.09.2026.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Команда из трёх участников: AI Product и два AI Engineer. На слайде указаны фактические зоны ответственности и текущая степень участия.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User-provided Avito presentation template and assets.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Avito AI Reviewer case, interviews and product checkpoint materials dated 03-04.09.2026.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aa7fe1bfce4946" /><Relationship Type="http://schemas.openxmlformats.org/officeDocument/2006/relationships/image" Target="/ppt/media/image.png" Id="R329210c3f72a40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7468f6e1d14a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15e60bf81049e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533f10da424970" /><Relationship Type="http://schemas.openxmlformats.org/officeDocument/2006/relationships/image" Target="/ppt/media/image2.png" Id="R1d9d9d24b4d14d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1ce9a19da4b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24345e30c0421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1a3598ed394db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5cd076cf6478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0ca9560bef40c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7321456701444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7cf1eb44e47c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78e5248a3c4e0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cb6c584d824f1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bcf6184271480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5a1546131f4bb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c37a626a8c4956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18ccd6519a4fbc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668280fadc47c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d0de6f27f24962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a82fa2088d4ed4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7fd187ca9b47b7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7b2377d8584ac9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678abb501c4a71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3c4c474d0943dd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32c7945d234bad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bf10a4d8144d27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72a09628d4d97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b00f5ea7494f30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485e85080b415a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8362198c5d499d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d2a8fd89c24849" /><Relationship Type="http://schemas.openxmlformats.org/officeDocument/2006/relationships/image" Target="/ppt/media/image3.png" Id="R4c89dd7eebb94c36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86496022043ad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015fb8750b4564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6c2c665064674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663f03e4614fd5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15bb95a5d34d31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e26b7ab1344589" /><Relationship Type="http://schemas.openxmlformats.org/officeDocument/2006/relationships/image" Target="/ppt/media/image4.png" Id="Rdbf66e134caf406b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7526d79b2a44a4" /><Relationship Type="http://schemas.openxmlformats.org/officeDocument/2006/relationships/image" Target="/ppt/media/image5.png" Id="R6d9b63fb64e94bf8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42bf18d6d542ba" /></Relationships>
</file>

<file path=ppt/slideLayouts/slideLayout1.xml><?xml version="1.0" encoding="utf-8"?>
<p:sldLayout xmlns:p="http://schemas.openxmlformats.org/presentationml/2006/main" matchingName="Титульный слайд 1" type="title">
  <p:cSld name="TITLE">
    <p:bg>
      <p:bgPr>
        <a:blipFill xmlns:a="http://schemas.openxmlformats.org/drawingml/2006/main">
          <a:blip xmlns:r="http://schemas.openxmlformats.org/officeDocument/2006/relationships" r:embed="R329210c3f72a404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 Shape;7;p2">
            <a:extLst xmlns:a="http://schemas.openxmlformats.org/drawingml/2006/main">
              <a:ext uri="{FF2B5EF4-FFF2-40B4-BE49-F238E27FC236}">
                <a16:creationId xmlns:a16="http://schemas.microsoft.com/office/drawing/2014/main" id="{BABCED1B-141A-481B-9D5A-F1C8BBED89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8" name="Google Shape;8;p2">
            <a:extLst xmlns:a="http://schemas.openxmlformats.org/drawingml/2006/main">
              <a:ext uri="{FF2B5EF4-FFF2-40B4-BE49-F238E27FC236}">
                <a16:creationId xmlns:a16="http://schemas.microsoft.com/office/drawing/2014/main" id="{7F8D3A05-4A5F-4BC6-8442-E757BE3650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1875" y="450000"/>
            <a:ext cx="4802700" cy="201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nrope SemiBold"/>
              <a:buNone/>
              <a:defRPr sz="44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Пустой слайд">
  <p:cSld name="CUSTOM_1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matchingName="Пустой слайд 1">
  <p:cSld name="CUSTOM_1_1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matchingName="Титульный слайд 2" type="secHead">
  <p:cSld name="SECTION_HEADER">
    <p:bg>
      <p:bgPr>
        <a:blipFill xmlns:a="http://schemas.openxmlformats.org/drawingml/2006/main">
          <a:blip xmlns:r="http://schemas.openxmlformats.org/officeDocument/2006/relationships" r:embed="R1d9d9d24b4d14d55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5">
            <a:extLst xmlns:a="http://schemas.openxmlformats.org/drawingml/2006/main">
              <a:ext uri="{FF2B5EF4-FFF2-40B4-BE49-F238E27FC236}">
                <a16:creationId xmlns:a16="http://schemas.microsoft.com/office/drawing/2014/main" id="{61FF04FB-A1BE-4C26-A2FC-8C1BB97895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32700" y="1323950"/>
            <a:ext cx="5478600" cy="201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nrope SemiBold"/>
              <a:buNone/>
              <a:defRPr sz="44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Отбивочный слайд 1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6">
            <a:extLst xmlns:a="http://schemas.openxmlformats.org/drawingml/2006/main">
              <a:ext uri="{FF2B5EF4-FFF2-40B4-BE49-F238E27FC236}">
                <a16:creationId xmlns:a16="http://schemas.microsoft.com/office/drawing/2014/main" id="{C194548F-E0BF-4F92-AC7B-47EFDFB70D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1875" y="450000"/>
            <a:ext cx="4802700" cy="201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4400"/>
              <a:buFont typeface="Manrope SemiBold"/>
              <a:buNone/>
              <a:defRPr sz="4400">
                <a:solidFill>
                  <a:srgbClr val="1F1F1F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  <a:defRPr>
                <a:solidFill>
                  <a:srgbClr val="1F1F1F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  <a:defRPr>
                <a:solidFill>
                  <a:srgbClr val="1F1F1F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  <a:defRPr>
                <a:solidFill>
                  <a:srgbClr val="1F1F1F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  <a:defRPr>
                <a:solidFill>
                  <a:srgbClr val="1F1F1F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  <a:defRPr>
                <a:solidFill>
                  <a:srgbClr val="1F1F1F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  <a:defRPr>
                <a:solidFill>
                  <a:srgbClr val="1F1F1F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  <a:defRPr>
                <a:solidFill>
                  <a:srgbClr val="1F1F1F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  <a:defRPr>
                <a:solidFill>
                  <a:srgbClr val="1F1F1F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5" name="Google Shape;15;p6">
            <a:extLst xmlns:a="http://schemas.openxmlformats.org/drawingml/2006/main">
              <a:ext uri="{FF2B5EF4-FFF2-40B4-BE49-F238E27FC236}">
                <a16:creationId xmlns:a16="http://schemas.microsoft.com/office/drawing/2014/main" id="{181126D2-CB70-427D-B00B-40BC2F2199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1700" y="2463300"/>
            <a:ext cx="48027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Manrope Medium"/>
              <a:buNone/>
              <a:defRPr sz="2000"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Отбивочный слайд 2">
  <p:cSld name="TITLE_AND_BODY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7">
            <a:extLst xmlns:a="http://schemas.openxmlformats.org/drawingml/2006/main">
              <a:ext uri="{FF2B5EF4-FFF2-40B4-BE49-F238E27FC236}">
                <a16:creationId xmlns:a16="http://schemas.microsoft.com/office/drawing/2014/main" id="{44E37A7F-72B5-4923-9707-8B382E57BA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32725" y="450000"/>
            <a:ext cx="5478600" cy="201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nrope SemiBold"/>
              <a:buNone/>
              <a:defRPr sz="44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8" name="Google Shape;18;p7">
            <a:extLst xmlns:a="http://schemas.openxmlformats.org/drawingml/2006/main">
              <a:ext uri="{FF2B5EF4-FFF2-40B4-BE49-F238E27FC236}">
                <a16:creationId xmlns:a16="http://schemas.microsoft.com/office/drawing/2014/main" id="{09919DDA-5CEB-4B24-97BC-CCD1C8E255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42500" y="2463300"/>
            <a:ext cx="54786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Manrope Medium"/>
              <a:buNone/>
              <a:defRPr sz="2000"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Причины">
  <p:cSld name="TITLE_AND_BODY_3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8">
            <a:extLst xmlns:a="http://schemas.openxmlformats.org/drawingml/2006/main">
              <a:ext uri="{FF2B5EF4-FFF2-40B4-BE49-F238E27FC236}">
                <a16:creationId xmlns:a16="http://schemas.microsoft.com/office/drawing/2014/main" id="{79D6130A-1C89-4EED-A97A-311FEEC38D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2225" y="450000"/>
            <a:ext cx="8251800" cy="142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nrope SemiBold"/>
              <a:buNone/>
              <a:defRPr sz="44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cxnSp>
        <p:nvCxnSpPr>
          <p:cNvPr id="35" name="Google Shape;21;p8"/>
          <p:cNvCxnSpPr/>
          <p:nvPr/>
        </p:nvCxnSpPr>
        <p:spPr>
          <a:xfrm xmlns:a="http://schemas.openxmlformats.org/drawingml/2006/main">
            <a:off x="442225" y="2938970"/>
            <a:ext cx="8262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43434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Google Shape;22;p8">
            <a:extLst xmlns:a="http://schemas.openxmlformats.org/drawingml/2006/main">
              <a:ext uri="{FF2B5EF4-FFF2-40B4-BE49-F238E27FC236}">
                <a16:creationId xmlns:a16="http://schemas.microsoft.com/office/drawing/2014/main" id="{8F3828F8-0065-48E8-B6CF-69416BB894B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3787" y="3161713"/>
            <a:ext cx="2677200" cy="3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IBM Plex Mono"/>
              <a:buNone/>
              <a:def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8">
            <a:extLst xmlns:a="http://schemas.openxmlformats.org/drawingml/2006/main">
              <a:ext uri="{FF2B5EF4-FFF2-40B4-BE49-F238E27FC236}">
                <a16:creationId xmlns:a16="http://schemas.microsoft.com/office/drawing/2014/main" id="{24C371D2-9E4B-40CC-B364-A95DE501244D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450000" y="3416938"/>
            <a:ext cx="2677200" cy="61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4" name="Google Shape;24;p8">
            <a:extLst xmlns:a="http://schemas.openxmlformats.org/drawingml/2006/main">
              <a:ext uri="{FF2B5EF4-FFF2-40B4-BE49-F238E27FC236}">
                <a16:creationId xmlns:a16="http://schemas.microsoft.com/office/drawing/2014/main" id="{EB2B18F2-2398-4004-ADC4-49267300140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235299" y="3161713"/>
            <a:ext cx="2677200" cy="3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IBM Plex Mono"/>
              <a:buNone/>
              <a:def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5" name="Google Shape;25;p8">
            <a:extLst xmlns:a="http://schemas.openxmlformats.org/drawingml/2006/main">
              <a:ext uri="{FF2B5EF4-FFF2-40B4-BE49-F238E27FC236}">
                <a16:creationId xmlns:a16="http://schemas.microsoft.com/office/drawing/2014/main" id="{5A63962E-68B5-43E0-95A6-33FCC053B323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3231513" y="3416938"/>
            <a:ext cx="2677200" cy="61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6" name="Google Shape;26;p8">
            <a:extLst xmlns:a="http://schemas.openxmlformats.org/drawingml/2006/main">
              <a:ext uri="{FF2B5EF4-FFF2-40B4-BE49-F238E27FC236}">
                <a16:creationId xmlns:a16="http://schemas.microsoft.com/office/drawing/2014/main" id="{9A69ADEB-9159-4A47-B65B-053C2542F8AB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5974562" y="3161713"/>
            <a:ext cx="2677200" cy="3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IBM Plex Mono"/>
              <a:buNone/>
              <a:def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7" name="Google Shape;27;p8">
            <a:extLst xmlns:a="http://schemas.openxmlformats.org/drawingml/2006/main">
              <a:ext uri="{FF2B5EF4-FFF2-40B4-BE49-F238E27FC236}">
                <a16:creationId xmlns:a16="http://schemas.microsoft.com/office/drawing/2014/main" id="{6DA1480A-C6F3-4ECC-AE99-0CE595A55472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5970775" y="3416938"/>
            <a:ext cx="2677200" cy="61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Галерея фото">
  <p:cSld name="TITLE_AND_BODY_3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9">
            <a:extLst xmlns:a="http://schemas.openxmlformats.org/drawingml/2006/main">
              <a:ext uri="{FF2B5EF4-FFF2-40B4-BE49-F238E27FC236}">
                <a16:creationId xmlns:a16="http://schemas.microsoft.com/office/drawing/2014/main" id="{123974AA-EFA2-4E85-85CA-6BC40D7D92E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230125" y="826008"/>
            <a:ext cx="691500" cy="691500"/>
          </a:xfrm>
          <a:prstGeom xmlns:a="http://schemas.openxmlformats.org/drawingml/2006/main" prst="roundRect">
            <a:avLst>
              <a:gd name="adj" fmla="val 202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0" name="Google Shape;30;p9">
            <a:extLst xmlns:a="http://schemas.openxmlformats.org/drawingml/2006/main">
              <a:ext uri="{FF2B5EF4-FFF2-40B4-BE49-F238E27FC236}">
                <a16:creationId xmlns:a16="http://schemas.microsoft.com/office/drawing/2014/main" id="{7B8E42B4-31B3-4831-9E43-679E64BA4CFA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 rot="1356848">
            <a:off x="5174057" y="953897"/>
            <a:ext cx="691246" cy="691246"/>
          </a:xfrm>
          <a:prstGeom xmlns:a="http://schemas.openxmlformats.org/drawingml/2006/main" prst="roundRect">
            <a:avLst>
              <a:gd name="adj" fmla="val 202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1" name="Google Shape;31;p9">
            <a:extLst xmlns:a="http://schemas.openxmlformats.org/drawingml/2006/main">
              <a:ext uri="{FF2B5EF4-FFF2-40B4-BE49-F238E27FC236}">
                <a16:creationId xmlns:a16="http://schemas.microsoft.com/office/drawing/2014/main" id="{332A9443-E4B1-4E35-9289-65BD3C6E1BDF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 rot="-1356848" flipH="1">
            <a:off x="3286457" y="953897"/>
            <a:ext cx="691246" cy="691246"/>
          </a:xfrm>
          <a:prstGeom xmlns:a="http://schemas.openxmlformats.org/drawingml/2006/main" prst="roundRect">
            <a:avLst>
              <a:gd name="adj" fmla="val 202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2" name="Google Shape;32;p9">
            <a:extLst xmlns:a="http://schemas.openxmlformats.org/drawingml/2006/main">
              <a:ext uri="{FF2B5EF4-FFF2-40B4-BE49-F238E27FC236}">
                <a16:creationId xmlns:a16="http://schemas.microsoft.com/office/drawing/2014/main" id="{CF82F97D-D873-4A4E-B585-92A11457C821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 rot="2157584">
            <a:off x="6005396" y="1417291"/>
            <a:ext cx="691227" cy="691227"/>
          </a:xfrm>
          <a:prstGeom xmlns:a="http://schemas.openxmlformats.org/drawingml/2006/main" prst="roundRect">
            <a:avLst>
              <a:gd name="adj" fmla="val 202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3" name="Google Shape;33;p9">
            <a:extLst xmlns:a="http://schemas.openxmlformats.org/drawingml/2006/main">
              <a:ext uri="{FF2B5EF4-FFF2-40B4-BE49-F238E27FC236}">
                <a16:creationId xmlns:a16="http://schemas.microsoft.com/office/drawing/2014/main" id="{2AA4EA06-9A24-4C9C-9C6B-0D44A0DB667F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 rot="-2157584" flipH="1">
            <a:off x="2455146" y="1417291"/>
            <a:ext cx="691227" cy="691227"/>
          </a:xfrm>
          <a:prstGeom xmlns:a="http://schemas.openxmlformats.org/drawingml/2006/main" prst="roundRect">
            <a:avLst>
              <a:gd name="adj" fmla="val 202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4" name="Google Shape;34;p9">
            <a:extLst xmlns:a="http://schemas.openxmlformats.org/drawingml/2006/main">
              <a:ext uri="{FF2B5EF4-FFF2-40B4-BE49-F238E27FC236}">
                <a16:creationId xmlns:a16="http://schemas.microsoft.com/office/drawing/2014/main" id="{9CE65F84-B29C-4389-B4B7-41B8B13DF5A6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 rot="3237041">
            <a:off x="6717610" y="2065202"/>
            <a:ext cx="691271" cy="691271"/>
          </a:xfrm>
          <a:prstGeom xmlns:a="http://schemas.openxmlformats.org/drawingml/2006/main" prst="roundRect">
            <a:avLst>
              <a:gd name="adj" fmla="val 202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5" name="Google Shape;35;p9">
            <a:extLst xmlns:a="http://schemas.openxmlformats.org/drawingml/2006/main">
              <a:ext uri="{FF2B5EF4-FFF2-40B4-BE49-F238E27FC236}">
                <a16:creationId xmlns:a16="http://schemas.microsoft.com/office/drawing/2014/main" id="{5506B13F-F45E-48F5-BB55-4E13EEAFD13C}"/>
              </a:ext>
            </a:extLst>
          </p:cNvPr>
          <p:cNvSpPr>
            <a:spLocks xmlns:a="http://schemas.openxmlformats.org/drawingml/2006/main" noGrp="1"/>
          </p:cNvSpPr>
          <p:nvPr>
            <p:ph type="pic" idx="8"/>
          </p:nvPr>
        </p:nvSpPr>
        <p:spPr>
          <a:xfrm xmlns:a="http://schemas.openxmlformats.org/drawingml/2006/main" rot="-3237041" flipH="1">
            <a:off x="1726685" y="2065202"/>
            <a:ext cx="691271" cy="691271"/>
          </a:xfrm>
          <a:prstGeom xmlns:a="http://schemas.openxmlformats.org/drawingml/2006/main" prst="roundRect">
            <a:avLst>
              <a:gd name="adj" fmla="val 202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71BA75F2-AE03-414E-BCC7-4A93174DDF34}"/>
              </a:ext>
            </a:extLst>
          </p:cNvPr>
          <p:cNvSpPr>
            <a:spLocks xmlns:a="http://schemas.openxmlformats.org/drawingml/2006/main" noGrp="1"/>
          </p:cNvSpPr>
          <p:nvPr>
            <p:ph type="pic" idx="9"/>
          </p:nvPr>
        </p:nvSpPr>
        <p:spPr>
          <a:xfrm xmlns:a="http://schemas.openxmlformats.org/drawingml/2006/main" rot="4331171">
            <a:off x="7204014" y="2923302"/>
            <a:ext cx="691346" cy="691346"/>
          </a:xfrm>
          <a:prstGeom xmlns:a="http://schemas.openxmlformats.org/drawingml/2006/main" prst="roundRect">
            <a:avLst>
              <a:gd name="adj" fmla="val 202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62DC31A0-7335-4CFE-B9B7-76E580F3A104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 rot="-4331171" flipH="1">
            <a:off x="1278864" y="2923302"/>
            <a:ext cx="691346" cy="691346"/>
          </a:xfrm>
          <a:prstGeom xmlns:a="http://schemas.openxmlformats.org/drawingml/2006/main" prst="roundRect">
            <a:avLst>
              <a:gd name="adj" fmla="val 202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4962D85D-C437-4DC0-AA18-25998259E536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 rot="5400000">
            <a:off x="7384361" y="3835802"/>
            <a:ext cx="691200" cy="691200"/>
          </a:xfrm>
          <a:prstGeom xmlns:a="http://schemas.openxmlformats.org/drawingml/2006/main" prst="roundRect">
            <a:avLst>
              <a:gd name="adj" fmla="val 202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B666BDEC-7436-492E-AAE4-2479903F06E5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 rot="-5400000" flipH="1">
            <a:off x="1068686" y="3835802"/>
            <a:ext cx="691200" cy="691200"/>
          </a:xfrm>
          <a:prstGeom xmlns:a="http://schemas.openxmlformats.org/drawingml/2006/main" prst="roundRect">
            <a:avLst>
              <a:gd name="adj" fmla="val 202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A7394FFD-F1CA-4057-96C3-3AF61634D016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 rot="6468829" flipH="1">
            <a:off x="7204014" y="4782677"/>
            <a:ext cx="691346" cy="691346"/>
          </a:xfrm>
          <a:prstGeom xmlns:a="http://schemas.openxmlformats.org/drawingml/2006/main" prst="roundRect">
            <a:avLst>
              <a:gd name="adj" fmla="val 202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1" name="Google Shape;41;p9">
            <a:extLst xmlns:a="http://schemas.openxmlformats.org/drawingml/2006/main">
              <a:ext uri="{FF2B5EF4-FFF2-40B4-BE49-F238E27FC236}">
                <a16:creationId xmlns:a16="http://schemas.microsoft.com/office/drawing/2014/main" id="{80D24952-C6EA-47E1-A665-E47CFDFF8DFB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 rot="-6468829">
            <a:off x="1278864" y="4782677"/>
            <a:ext cx="691346" cy="691346"/>
          </a:xfrm>
          <a:prstGeom xmlns:a="http://schemas.openxmlformats.org/drawingml/2006/main" prst="roundRect">
            <a:avLst>
              <a:gd name="adj" fmla="val 202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2" name="Google Shape;42;p9">
            <a:extLst xmlns:a="http://schemas.openxmlformats.org/drawingml/2006/main">
              <a:ext uri="{FF2B5EF4-FFF2-40B4-BE49-F238E27FC236}">
                <a16:creationId xmlns:a16="http://schemas.microsoft.com/office/drawing/2014/main" id="{6840F5E1-4FFC-463B-8142-8D407DE34C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94650" y="2478175"/>
            <a:ext cx="2744400" cy="55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3" name="Google Shape;43;p9">
            <a:extLst xmlns:a="http://schemas.openxmlformats.org/drawingml/2006/main">
              <a:ext uri="{FF2B5EF4-FFF2-40B4-BE49-F238E27FC236}">
                <a16:creationId xmlns:a16="http://schemas.microsoft.com/office/drawing/2014/main" id="{59D85BB6-32C8-418A-8238-3307104B93C1}"/>
              </a:ext>
            </a:extLst>
          </p:cNvPr>
          <p:cNvSpPr>
            <a:spLocks xmlns:a="http://schemas.openxmlformats.org/drawingml/2006/main" noGrp="1"/>
          </p:cNvSpPr>
          <p:nvPr>
            <p:ph type="title" idx="18"/>
          </p:nvPr>
        </p:nvSpPr>
        <p:spPr>
          <a:xfrm xmlns:a="http://schemas.openxmlformats.org/drawingml/2006/main">
            <a:off x="3194650" y="3033475"/>
            <a:ext cx="2744400" cy="55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IBM Plex Mono"/>
              <a:buNone/>
              <a:def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Команда">
  <p:cSld name="TITLE_AND_BODY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0">
            <a:extLst xmlns:a="http://schemas.openxmlformats.org/drawingml/2006/main">
              <a:ext uri="{FF2B5EF4-FFF2-40B4-BE49-F238E27FC236}">
                <a16:creationId xmlns:a16="http://schemas.microsoft.com/office/drawing/2014/main" id="{A18F27FA-AD57-4E2D-BB30-68920E9269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0000" y="450000"/>
            <a:ext cx="4782600" cy="148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SemiBold"/>
              <a:buNone/>
              <a:defRPr sz="32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Отбивочный слайд 3">
  <p:cSld name="TITLE_AND_BODY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1182D5A5-CCFC-4401-AC26-F95F1A094AD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50725" y="3921000"/>
            <a:ext cx="606000" cy="6060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8" name="Google Shape;48;p11">
            <a:extLst xmlns:a="http://schemas.openxmlformats.org/drawingml/2006/main">
              <a:ext uri="{FF2B5EF4-FFF2-40B4-BE49-F238E27FC236}">
                <a16:creationId xmlns:a16="http://schemas.microsoft.com/office/drawing/2014/main" id="{98BEE448-0D76-49BD-87CA-E4DE1E6A16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1875" y="450000"/>
            <a:ext cx="4802700" cy="201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nrope SemiBold"/>
              <a:buNone/>
              <a:defRPr sz="44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9" name="Google Shape;49;p11">
            <a:extLst xmlns:a="http://schemas.openxmlformats.org/drawingml/2006/main">
              <a:ext uri="{FF2B5EF4-FFF2-40B4-BE49-F238E27FC236}">
                <a16:creationId xmlns:a16="http://schemas.microsoft.com/office/drawing/2014/main" id="{33137CAE-7F68-40FA-8019-5D32B9F00E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1700" y="2463300"/>
            <a:ext cx="4802700" cy="8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 Medium"/>
              <a:buNone/>
              <a:defRPr sz="2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50" name="Google Shape;50;p11">
            <a:extLst xmlns:a="http://schemas.openxmlformats.org/drawingml/2006/main">
              <a:ext uri="{FF2B5EF4-FFF2-40B4-BE49-F238E27FC236}">
                <a16:creationId xmlns:a16="http://schemas.microsoft.com/office/drawing/2014/main" id="{DCD2E056-8D7A-4C60-97CF-BA3F7EBDD2BD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1136175" y="3988325"/>
            <a:ext cx="4802700" cy="28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51" name="Google Shape;51;p11">
            <a:extLst xmlns:a="http://schemas.openxmlformats.org/drawingml/2006/main">
              <a:ext uri="{FF2B5EF4-FFF2-40B4-BE49-F238E27FC236}">
                <a16:creationId xmlns:a16="http://schemas.microsoft.com/office/drawing/2014/main" id="{FD11FEED-BE24-41A3-A61D-61B7E9DA6A12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1136175" y="4273075"/>
            <a:ext cx="4802700" cy="18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IBM Plex Mono"/>
              <a:buNone/>
              <a:defRPr sz="1000">
                <a:solidFill>
                  <a:srgbClr val="666666"/>
                </a:solidFill>
                <a:latin typeface="IBM Plex Mono"/>
                <a:ea typeface="IBM Plex Mono"/>
                <a:cs typeface="IBM Plex Mono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Разделы 1">
  <p:cSld name="TITLE_AND_BODY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12">
            <a:extLst xmlns:a="http://schemas.openxmlformats.org/drawingml/2006/main">
              <a:ext uri="{FF2B5EF4-FFF2-40B4-BE49-F238E27FC236}">
                <a16:creationId xmlns:a16="http://schemas.microsoft.com/office/drawing/2014/main" id="{9C71A4E4-8829-4953-A9F0-4B7F409D08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1875" y="-283475"/>
            <a:ext cx="4803000" cy="87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5000"/>
              <a:buFont typeface="Manrope SemiBold"/>
              <a:buNone/>
              <a:defRPr sz="5000">
                <a:solidFill>
                  <a:srgbClr val="D9D9D9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54" name="Google Shape;54;p12">
            <a:extLst xmlns:a="http://schemas.openxmlformats.org/drawingml/2006/main">
              <a:ext uri="{FF2B5EF4-FFF2-40B4-BE49-F238E27FC236}">
                <a16:creationId xmlns:a16="http://schemas.microsoft.com/office/drawing/2014/main" id="{C6B5FDB1-5784-42B5-99C0-AF35D8EBFF84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441875" y="718891"/>
            <a:ext cx="4803000" cy="87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anrope SemiBold"/>
              <a:buNone/>
              <a:defRPr sz="5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12">
            <a:extLst xmlns:a="http://schemas.openxmlformats.org/drawingml/2006/main">
              <a:ext uri="{FF2B5EF4-FFF2-40B4-BE49-F238E27FC236}">
                <a16:creationId xmlns:a16="http://schemas.microsoft.com/office/drawing/2014/main" id="{F9327184-E69E-4D61-A452-7BD2CAF6125F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41875" y="1721256"/>
            <a:ext cx="4803000" cy="87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5000"/>
              <a:buFont typeface="Manrope SemiBold"/>
              <a:buNone/>
              <a:defRPr sz="5000">
                <a:solidFill>
                  <a:srgbClr val="D9D9D9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56" name="Google Shape;56;p12">
            <a:extLst xmlns:a="http://schemas.openxmlformats.org/drawingml/2006/main">
              <a:ext uri="{FF2B5EF4-FFF2-40B4-BE49-F238E27FC236}">
                <a16:creationId xmlns:a16="http://schemas.microsoft.com/office/drawing/2014/main" id="{3734AE58-0A14-49F6-9069-9D435FE2A991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441875" y="2723622"/>
            <a:ext cx="4803000" cy="87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5000"/>
              <a:buFont typeface="Manrope SemiBold"/>
              <a:buNone/>
              <a:defRPr sz="5000">
                <a:solidFill>
                  <a:srgbClr val="D9D9D9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57" name="Google Shape;57;p12">
            <a:extLst xmlns:a="http://schemas.openxmlformats.org/drawingml/2006/main">
              <a:ext uri="{FF2B5EF4-FFF2-40B4-BE49-F238E27FC236}">
                <a16:creationId xmlns:a16="http://schemas.microsoft.com/office/drawing/2014/main" id="{F61B2FDD-F393-4A75-82D9-A39BCABC68C0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441875" y="3725988"/>
            <a:ext cx="4803000" cy="87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5000"/>
              <a:buFont typeface="Manrope SemiBold"/>
              <a:buNone/>
              <a:defRPr sz="5000">
                <a:solidFill>
                  <a:srgbClr val="D9D9D9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58" name="Google Shape;58;p12">
            <a:extLst xmlns:a="http://schemas.openxmlformats.org/drawingml/2006/main">
              <a:ext uri="{FF2B5EF4-FFF2-40B4-BE49-F238E27FC236}">
                <a16:creationId xmlns:a16="http://schemas.microsoft.com/office/drawing/2014/main" id="{A65FFC10-7C07-4F09-9F4F-DA6047496A53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441875" y="4728363"/>
            <a:ext cx="4803000" cy="87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5000"/>
              <a:buFont typeface="Manrope SemiBold"/>
              <a:buNone/>
              <a:defRPr sz="5000">
                <a:solidFill>
                  <a:srgbClr val="D9D9D9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59" name="Google Shape;59;p12">
            <a:extLst xmlns:a="http://schemas.openxmlformats.org/drawingml/2006/main">
              <a:ext uri="{FF2B5EF4-FFF2-40B4-BE49-F238E27FC236}">
                <a16:creationId xmlns:a16="http://schemas.microsoft.com/office/drawing/2014/main" id="{3776B82A-34CE-4EA4-9ADA-E4A222DA1923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5252950" y="879850"/>
            <a:ext cx="274440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IBM Plex Mono"/>
              <a:buNone/>
              <a:def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Слайд с макетом 8">
  <p:cSld name="TITLE_AND_BODY_1_1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13">
            <a:extLst xmlns:a="http://schemas.openxmlformats.org/drawingml/2006/main">
              <a:ext uri="{FF2B5EF4-FFF2-40B4-BE49-F238E27FC236}">
                <a16:creationId xmlns:a16="http://schemas.microsoft.com/office/drawing/2014/main" id="{F49B8DE7-BCCA-4153-81CD-C913F98C4D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1875" y="-283475"/>
            <a:ext cx="4803000" cy="87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5000"/>
              <a:buFont typeface="Manrope SemiBold"/>
              <a:buNone/>
              <a:defRPr sz="5000">
                <a:solidFill>
                  <a:srgbClr val="D9D9D9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13">
            <a:extLst xmlns:a="http://schemas.openxmlformats.org/drawingml/2006/main">
              <a:ext uri="{FF2B5EF4-FFF2-40B4-BE49-F238E27FC236}">
                <a16:creationId xmlns:a16="http://schemas.microsoft.com/office/drawing/2014/main" id="{72ADF16A-A106-488C-924A-81815F0B4DE0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441875" y="718891"/>
            <a:ext cx="4803000" cy="87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anrope SemiBold"/>
              <a:buNone/>
              <a:defRPr sz="5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63" name="Google Shape;63;p13">
            <a:extLst xmlns:a="http://schemas.openxmlformats.org/drawingml/2006/main">
              <a:ext uri="{FF2B5EF4-FFF2-40B4-BE49-F238E27FC236}">
                <a16:creationId xmlns:a16="http://schemas.microsoft.com/office/drawing/2014/main" id="{5AF99B25-046C-4C59-A087-D6AFE64CCD2F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41875" y="1721256"/>
            <a:ext cx="4803000" cy="87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5000"/>
              <a:buFont typeface="Manrope SemiBold"/>
              <a:buNone/>
              <a:defRPr sz="5000">
                <a:solidFill>
                  <a:srgbClr val="D9D9D9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64" name="Google Shape;64;p13">
            <a:extLst xmlns:a="http://schemas.openxmlformats.org/drawingml/2006/main">
              <a:ext uri="{FF2B5EF4-FFF2-40B4-BE49-F238E27FC236}">
                <a16:creationId xmlns:a16="http://schemas.microsoft.com/office/drawing/2014/main" id="{0091115F-03FD-4852-89DD-3394907C1609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441875" y="2723622"/>
            <a:ext cx="4803000" cy="87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5000"/>
              <a:buFont typeface="Manrope SemiBold"/>
              <a:buNone/>
              <a:defRPr sz="5000">
                <a:solidFill>
                  <a:srgbClr val="D9D9D9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65" name="Google Shape;65;p13">
            <a:extLst xmlns:a="http://schemas.openxmlformats.org/drawingml/2006/main">
              <a:ext uri="{FF2B5EF4-FFF2-40B4-BE49-F238E27FC236}">
                <a16:creationId xmlns:a16="http://schemas.microsoft.com/office/drawing/2014/main" id="{3FC5CC14-68F6-4CEA-822D-C37D7797D9F9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441875" y="3725988"/>
            <a:ext cx="4803000" cy="87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5000"/>
              <a:buFont typeface="Manrope SemiBold"/>
              <a:buNone/>
              <a:defRPr sz="5000">
                <a:solidFill>
                  <a:srgbClr val="D9D9D9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66" name="Google Shape;66;p13">
            <a:extLst xmlns:a="http://schemas.openxmlformats.org/drawingml/2006/main">
              <a:ext uri="{FF2B5EF4-FFF2-40B4-BE49-F238E27FC236}">
                <a16:creationId xmlns:a16="http://schemas.microsoft.com/office/drawing/2014/main" id="{3D3888A6-FDEF-4578-B362-FFC5FA0ABC5F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441875" y="4728363"/>
            <a:ext cx="4803000" cy="87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5000"/>
              <a:buFont typeface="Manrope SemiBold"/>
              <a:buNone/>
              <a:defRPr sz="5000">
                <a:solidFill>
                  <a:srgbClr val="D9D9D9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Разделы 2">
  <p:cSld name="TITLE_AND_BODY_1_1_2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14">
            <a:extLst xmlns:a="http://schemas.openxmlformats.org/drawingml/2006/main">
              <a:ext uri="{FF2B5EF4-FFF2-40B4-BE49-F238E27FC236}">
                <a16:creationId xmlns:a16="http://schemas.microsoft.com/office/drawing/2014/main" id="{3F359733-BD34-4592-96D2-8F0DEF61EF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1875" y="450000"/>
            <a:ext cx="4838100" cy="4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Manrope SemiBold"/>
              <a:buNone/>
              <a:defRPr sz="2000">
                <a:solidFill>
                  <a:srgbClr val="666666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69" name="Google Shape;69;p14">
            <a:extLst xmlns:a="http://schemas.openxmlformats.org/drawingml/2006/main">
              <a:ext uri="{FF2B5EF4-FFF2-40B4-BE49-F238E27FC236}">
                <a16:creationId xmlns:a16="http://schemas.microsoft.com/office/drawing/2014/main" id="{334EA2CE-A12D-4A3A-B885-9D10FB36E9C4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441875" y="1053550"/>
            <a:ext cx="4838100" cy="4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Manrope SemiBold"/>
              <a:buNone/>
              <a:defRPr sz="2000">
                <a:solidFill>
                  <a:srgbClr val="666666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0" name="Google Shape;70;p14">
            <a:extLst xmlns:a="http://schemas.openxmlformats.org/drawingml/2006/main">
              <a:ext uri="{FF2B5EF4-FFF2-40B4-BE49-F238E27FC236}">
                <a16:creationId xmlns:a16="http://schemas.microsoft.com/office/drawing/2014/main" id="{7074C676-9AB8-4D0E-862B-9D57987EC31D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41875" y="1657100"/>
            <a:ext cx="4838100" cy="4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Manrope SemiBold"/>
              <a:buNone/>
              <a:defRPr sz="2000">
                <a:solidFill>
                  <a:srgbClr val="666666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1" name="Google Shape;71;p14">
            <a:extLst xmlns:a="http://schemas.openxmlformats.org/drawingml/2006/main">
              <a:ext uri="{FF2B5EF4-FFF2-40B4-BE49-F238E27FC236}">
                <a16:creationId xmlns:a16="http://schemas.microsoft.com/office/drawing/2014/main" id="{0E5A8A89-6712-479F-9853-0DB6FE0FCE5D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441875" y="2260650"/>
            <a:ext cx="4838100" cy="4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Manrope SemiBold"/>
              <a:buNone/>
              <a:defRPr sz="2000">
                <a:solidFill>
                  <a:srgbClr val="666666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2" name="Google Shape;72;p14">
            <a:extLst xmlns:a="http://schemas.openxmlformats.org/drawingml/2006/main">
              <a:ext uri="{FF2B5EF4-FFF2-40B4-BE49-F238E27FC236}">
                <a16:creationId xmlns:a16="http://schemas.microsoft.com/office/drawing/2014/main" id="{BE322227-BFF6-421B-9249-C666ACFFA1B0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441875" y="2864200"/>
            <a:ext cx="4838100" cy="4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Manrope SemiBold"/>
              <a:buNone/>
              <a:defRPr sz="2000">
                <a:solidFill>
                  <a:srgbClr val="666666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3" name="Google Shape;73;p14">
            <a:extLst xmlns:a="http://schemas.openxmlformats.org/drawingml/2006/main">
              <a:ext uri="{FF2B5EF4-FFF2-40B4-BE49-F238E27FC236}">
                <a16:creationId xmlns:a16="http://schemas.microsoft.com/office/drawing/2014/main" id="{3540966C-2B5B-4EB0-8960-96972D7B585F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441875" y="3467750"/>
            <a:ext cx="4838100" cy="4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Manrope SemiBold"/>
              <a:buNone/>
              <a:defRPr sz="2000">
                <a:solidFill>
                  <a:srgbClr val="666666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4" name="Google Shape;74;p14">
            <a:extLst xmlns:a="http://schemas.openxmlformats.org/drawingml/2006/main">
              <a:ext uri="{FF2B5EF4-FFF2-40B4-BE49-F238E27FC236}">
                <a16:creationId xmlns:a16="http://schemas.microsoft.com/office/drawing/2014/main" id="{CDC697F7-D8BB-4B09-ABFB-137944508F65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441875" y="4074050"/>
            <a:ext cx="4838100" cy="4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Manrope SemiBold"/>
              <a:buNone/>
              <a:defRPr sz="2000">
                <a:solidFill>
                  <a:srgbClr val="666666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None/>
              <a:defRPr sz="20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Тайминг">
  <p:cSld name="TITLE_AND_BODY_1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Google Shape;76;p15">
            <a:extLst xmlns:a="http://schemas.openxmlformats.org/drawingml/2006/main">
              <a:ext uri="{FF2B5EF4-FFF2-40B4-BE49-F238E27FC236}">
                <a16:creationId xmlns:a16="http://schemas.microsoft.com/office/drawing/2014/main" id="{9D9606E7-1614-4552-BDE5-9DDC38CB0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1875" y="450000"/>
            <a:ext cx="4802700" cy="145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SemiBold"/>
              <a:buNone/>
              <a:defRPr sz="32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5">
            <a:extLst xmlns:a="http://schemas.openxmlformats.org/drawingml/2006/main">
              <a:ext uri="{FF2B5EF4-FFF2-40B4-BE49-F238E27FC236}">
                <a16:creationId xmlns:a16="http://schemas.microsoft.com/office/drawing/2014/main" id="{5A4FB04C-4806-46B3-A0B7-CF7B2AB433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1875" y="1212600"/>
            <a:ext cx="1390800" cy="19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8" name="Google Shape;78;p15">
            <a:extLst xmlns:a="http://schemas.openxmlformats.org/drawingml/2006/main">
              <a:ext uri="{FF2B5EF4-FFF2-40B4-BE49-F238E27FC236}">
                <a16:creationId xmlns:a16="http://schemas.microsoft.com/office/drawing/2014/main" id="{9831210C-3892-43DD-979F-6062796FEEAE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832725" y="1212600"/>
            <a:ext cx="3420300" cy="68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Текстовый слайд 1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Google Shape;80;p16">
            <a:extLst xmlns:a="http://schemas.openxmlformats.org/drawingml/2006/main">
              <a:ext uri="{FF2B5EF4-FFF2-40B4-BE49-F238E27FC236}">
                <a16:creationId xmlns:a16="http://schemas.microsoft.com/office/drawing/2014/main" id="{266D6271-B143-49F4-8E53-C13581CDA8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0000" y="450000"/>
            <a:ext cx="5496900" cy="3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IBM Plex Mono"/>
              <a:buNone/>
              <a:def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1" name="Google Shape;81;p16">
            <a:extLst xmlns:a="http://schemas.openxmlformats.org/drawingml/2006/main">
              <a:ext uri="{FF2B5EF4-FFF2-40B4-BE49-F238E27FC236}">
                <a16:creationId xmlns:a16="http://schemas.microsoft.com/office/drawing/2014/main" id="{6A1EB6E4-D584-4B2D-8D50-5D6B5B99FD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1875" y="801000"/>
            <a:ext cx="5496900" cy="109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SemiBold"/>
              <a:buNone/>
              <a:defRPr sz="32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Текстовый слайд 0">
  <p:cSld name="TITLE_AND_TWO_COLUMNS_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p17">
            <a:extLst xmlns:a="http://schemas.openxmlformats.org/drawingml/2006/main">
              <a:ext uri="{FF2B5EF4-FFF2-40B4-BE49-F238E27FC236}">
                <a16:creationId xmlns:a16="http://schemas.microsoft.com/office/drawing/2014/main" id="{A818455D-DB25-4391-9EB1-B56B63406B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1875" y="450000"/>
            <a:ext cx="5496900" cy="5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SemiBold"/>
              <a:buNone/>
              <a:defRPr sz="32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EFF7DF07-ACA1-4C74-8095-C911A7FF9BFE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442225" y="995525"/>
            <a:ext cx="5496900" cy="4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4746BA8B-79D8-4888-8B7B-8382E88F88C9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42225" y="1594050"/>
            <a:ext cx="5496900" cy="4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1pPr>
            <a:lvl2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2pPr>
            <a:lvl3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3pPr>
            <a:lvl4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4pPr>
            <a:lvl5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5pPr>
            <a:lvl6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6pPr>
            <a:lvl7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7pPr>
            <a:lvl8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8pPr>
            <a:lvl9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anrope Medium"/>
              <a:buNone/>
              <a:defRPr>
                <a:solidFill>
                  <a:srgbClr val="666666"/>
                </a:solidFill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Слайд с макетами 9">
  <p:cSld name="TITLE_AND_TWO_COLUMNS_4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p18">
            <a:extLst xmlns:a="http://schemas.openxmlformats.org/drawingml/2006/main">
              <a:ext uri="{FF2B5EF4-FFF2-40B4-BE49-F238E27FC236}">
                <a16:creationId xmlns:a16="http://schemas.microsoft.com/office/drawing/2014/main" id="{666FD36C-8EF7-4590-9BD9-57F5E34608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1875" y="450000"/>
            <a:ext cx="5496900" cy="5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SemiBold"/>
              <a:buNone/>
              <a:defRPr sz="32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8" name="Google Shape;88;p18">
            <a:extLst xmlns:a="http://schemas.openxmlformats.org/drawingml/2006/main">
              <a:ext uri="{FF2B5EF4-FFF2-40B4-BE49-F238E27FC236}">
                <a16:creationId xmlns:a16="http://schemas.microsoft.com/office/drawing/2014/main" id="{AC016B81-2F3A-4BA1-BF98-55EBB73C10F9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442225" y="995525"/>
            <a:ext cx="5496900" cy="4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9" name="Google Shape;89;p18">
            <a:extLst xmlns:a="http://schemas.openxmlformats.org/drawingml/2006/main">
              <a:ext uri="{FF2B5EF4-FFF2-40B4-BE49-F238E27FC236}">
                <a16:creationId xmlns:a16="http://schemas.microsoft.com/office/drawing/2014/main" id="{47B6FEEF-8860-498E-A042-B1AED5530560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42225" y="1594050"/>
            <a:ext cx="5496900" cy="4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1pPr>
            <a:lvl2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2pPr>
            <a:lvl3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3pPr>
            <a:lvl4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4pPr>
            <a:lvl5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5pPr>
            <a:lvl6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6pPr>
            <a:lvl7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7pPr>
            <a:lvl8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8pPr>
            <a:lvl9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Текстовый слайд 2">
  <p:cSld name="TITLE_AND_TWO_COLUMNS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19">
            <a:extLst xmlns:a="http://schemas.openxmlformats.org/drawingml/2006/main">
              <a:ext uri="{FF2B5EF4-FFF2-40B4-BE49-F238E27FC236}">
                <a16:creationId xmlns:a16="http://schemas.microsoft.com/office/drawing/2014/main" id="{BA08E8AE-486A-4F58-A0FD-D70B95D45A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0000" y="450000"/>
            <a:ext cx="5496900" cy="3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IBM Plex Mono"/>
              <a:buNone/>
              <a:def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2" name="Google Shape;92;p19">
            <a:extLst xmlns:a="http://schemas.openxmlformats.org/drawingml/2006/main">
              <a:ext uri="{FF2B5EF4-FFF2-40B4-BE49-F238E27FC236}">
                <a16:creationId xmlns:a16="http://schemas.microsoft.com/office/drawing/2014/main" id="{B2C9AB5D-6278-4BB4-A7C1-0AA7640FF6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2225" y="818400"/>
            <a:ext cx="5496900" cy="42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Текстовый слайд 3">
  <p:cSld name="TITLE_AND_TWO_COLUMNS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20">
            <a:extLst xmlns:a="http://schemas.openxmlformats.org/drawingml/2006/main">
              <a:ext uri="{FF2B5EF4-FFF2-40B4-BE49-F238E27FC236}">
                <a16:creationId xmlns:a16="http://schemas.microsoft.com/office/drawing/2014/main" id="{38AC3BFE-276A-4326-9FA9-43C82831233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082" y="450000"/>
            <a:ext cx="3433500" cy="3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IBM Plex Mono"/>
              <a:buNone/>
              <a:def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95" name="Google Shape;95;p20">
            <a:extLst xmlns:a="http://schemas.openxmlformats.org/drawingml/2006/main">
              <a:ext uri="{FF2B5EF4-FFF2-40B4-BE49-F238E27FC236}">
                <a16:creationId xmlns:a16="http://schemas.microsoft.com/office/drawing/2014/main" id="{CA13381B-CB5D-4DCF-A94B-1E24737BFC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2225" y="818400"/>
            <a:ext cx="3433500" cy="61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96" name="Google Shape;96;p20">
            <a:extLst xmlns:a="http://schemas.openxmlformats.org/drawingml/2006/main">
              <a:ext uri="{FF2B5EF4-FFF2-40B4-BE49-F238E27FC236}">
                <a16:creationId xmlns:a16="http://schemas.microsoft.com/office/drawing/2014/main" id="{A93CAA77-8BB7-43BC-8BE5-545941BC39BD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576857" y="450000"/>
            <a:ext cx="3433500" cy="3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IBM Plex Mono"/>
              <a:buNone/>
              <a:def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97" name="Google Shape;97;p20">
            <a:extLst xmlns:a="http://schemas.openxmlformats.org/drawingml/2006/main">
              <a:ext uri="{FF2B5EF4-FFF2-40B4-BE49-F238E27FC236}">
                <a16:creationId xmlns:a16="http://schemas.microsoft.com/office/drawing/2014/main" id="{55DA493A-8217-4104-932D-A0B306114839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572000" y="818400"/>
            <a:ext cx="3433500" cy="61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Крупный текст 1">
  <p:cSld name="TITLE_AND_TWO_COLUMNS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Google Shape;99;p21">
            <a:extLst xmlns:a="http://schemas.openxmlformats.org/drawingml/2006/main">
              <a:ext uri="{FF2B5EF4-FFF2-40B4-BE49-F238E27FC236}">
                <a16:creationId xmlns:a16="http://schemas.microsoft.com/office/drawing/2014/main" id="{050CBB91-6698-4B9A-8072-ACFEFA351E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1875" y="450000"/>
            <a:ext cx="8252100" cy="142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nrope SemiBold"/>
              <a:buNone/>
              <a:defRPr sz="44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Крупный текст 2">
  <p:cSld name="TITLE_AND_TWO_COLUMNS_1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Google Shape;101;p22">
            <a:extLst xmlns:a="http://schemas.openxmlformats.org/drawingml/2006/main">
              <a:ext uri="{FF2B5EF4-FFF2-40B4-BE49-F238E27FC236}">
                <a16:creationId xmlns:a16="http://schemas.microsoft.com/office/drawing/2014/main" id="{416ED2F7-D635-4C93-8215-A522E1C753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1875" y="3000000"/>
            <a:ext cx="4802700" cy="15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SemiBold"/>
              <a:buNone/>
              <a:defRPr sz="32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2" name="Google Shape;102;p22">
            <a:extLst xmlns:a="http://schemas.openxmlformats.org/drawingml/2006/main">
              <a:ext uri="{FF2B5EF4-FFF2-40B4-BE49-F238E27FC236}">
                <a16:creationId xmlns:a16="http://schemas.microsoft.com/office/drawing/2014/main" id="{A54645D8-893B-4B5D-AD40-944F4C97C0D3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441875" y="450000"/>
            <a:ext cx="4802700" cy="99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nrope SemiBold"/>
              <a:buNone/>
              <a:defRPr sz="6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Крупный текст 3">
  <p:cSld name="TITLE_AND_TWO_COLUMNS_1_2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Google Shape;104;p23">
            <a:extLst xmlns:a="http://schemas.openxmlformats.org/drawingml/2006/main">
              <a:ext uri="{FF2B5EF4-FFF2-40B4-BE49-F238E27FC236}">
                <a16:creationId xmlns:a16="http://schemas.microsoft.com/office/drawing/2014/main" id="{CCCF8357-C3CE-4752-BC5A-85561B8F27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94500" y="3000000"/>
            <a:ext cx="5493000" cy="110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SemiBold"/>
              <a:buNone/>
              <a:defRPr sz="32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5" name="Google Shape;105;p23">
            <a:extLst xmlns:a="http://schemas.openxmlformats.org/drawingml/2006/main">
              <a:ext uri="{FF2B5EF4-FFF2-40B4-BE49-F238E27FC236}">
                <a16:creationId xmlns:a16="http://schemas.microsoft.com/office/drawing/2014/main" id="{9C622C48-27C0-4A67-A212-D54C5ED6DFDD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448000" y="3000000"/>
            <a:ext cx="2738700" cy="58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SemiBold"/>
              <a:buNone/>
              <a:defRPr sz="32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6" name="Google Shape;106;p23">
            <a:extLst xmlns:a="http://schemas.openxmlformats.org/drawingml/2006/main">
              <a:ext uri="{FF2B5EF4-FFF2-40B4-BE49-F238E27FC236}">
                <a16:creationId xmlns:a16="http://schemas.microsoft.com/office/drawing/2014/main" id="{1DFE0036-8828-4060-AE27-AD407FD5163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94503" y="450000"/>
            <a:ext cx="2066100" cy="3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IBM Plex Mono"/>
              <a:buNone/>
              <a:def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7" name="Google Shape;107;p23">
            <a:extLst xmlns:a="http://schemas.openxmlformats.org/drawingml/2006/main">
              <a:ext uri="{FF2B5EF4-FFF2-40B4-BE49-F238E27FC236}">
                <a16:creationId xmlns:a16="http://schemas.microsoft.com/office/drawing/2014/main" id="{90E42014-D90F-4E7B-B39C-E1201F08472D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5252898" y="450000"/>
            <a:ext cx="3441000" cy="3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IBM Plex Mono"/>
              <a:buNone/>
              <a:def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Слайд с фото 1">
  <p:cSld name="TITLE_AND_TWO_COLUMNS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Google Shape;109;p24">
            <a:extLst xmlns:a="http://schemas.openxmlformats.org/drawingml/2006/main">
              <a:ext uri="{FF2B5EF4-FFF2-40B4-BE49-F238E27FC236}">
                <a16:creationId xmlns:a16="http://schemas.microsoft.com/office/drawing/2014/main" id="{A20DFC7D-F457-41E4-884C-098238F1F82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52901" y="450000"/>
            <a:ext cx="3441000" cy="4077000"/>
          </a:xfrm>
          <a:prstGeom xmlns:a="http://schemas.openxmlformats.org/drawingml/2006/main" prst="roundRect">
            <a:avLst>
              <a:gd name="adj" fmla="val 3084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0" name="Google Shape;110;p24">
            <a:extLst xmlns:a="http://schemas.openxmlformats.org/drawingml/2006/main">
              <a:ext uri="{FF2B5EF4-FFF2-40B4-BE49-F238E27FC236}">
                <a16:creationId xmlns:a16="http://schemas.microsoft.com/office/drawing/2014/main" id="{0509F89E-D9CE-4EF7-A320-74C07C843E0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971" y="450000"/>
            <a:ext cx="4124100" cy="3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IBM Plex Mono"/>
              <a:buNone/>
              <a:def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1" name="Google Shape;111;p24">
            <a:extLst xmlns:a="http://schemas.openxmlformats.org/drawingml/2006/main">
              <a:ext uri="{FF2B5EF4-FFF2-40B4-BE49-F238E27FC236}">
                <a16:creationId xmlns:a16="http://schemas.microsoft.com/office/drawing/2014/main" id="{AEB1267B-86BE-481B-9780-E18B21F752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1875" y="801000"/>
            <a:ext cx="4124100" cy="151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SemiBold"/>
              <a:buNone/>
              <a:defRPr sz="32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Слайд с фото 2">
  <p:cSld name="TITLE_AND_TWO_COLUMNS_1_1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Google Shape;113;p25">
            <a:extLst xmlns:a="http://schemas.openxmlformats.org/drawingml/2006/main">
              <a:ext uri="{FF2B5EF4-FFF2-40B4-BE49-F238E27FC236}">
                <a16:creationId xmlns:a16="http://schemas.microsoft.com/office/drawing/2014/main" id="{8952B9CA-08A5-4847-9EE6-C54FF8F4C59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52900" y="450000"/>
            <a:ext cx="3441000" cy="2006100"/>
          </a:xfrm>
          <a:prstGeom xmlns:a="http://schemas.openxmlformats.org/drawingml/2006/main" prst="roundRect">
            <a:avLst>
              <a:gd name="adj" fmla="val 3084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4" name="Google Shape;114;p25">
            <a:extLst xmlns:a="http://schemas.openxmlformats.org/drawingml/2006/main">
              <a:ext uri="{FF2B5EF4-FFF2-40B4-BE49-F238E27FC236}">
                <a16:creationId xmlns:a16="http://schemas.microsoft.com/office/drawing/2014/main" id="{795E541D-F550-42E4-85F2-EC56B25DEFDC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5252900" y="2520806"/>
            <a:ext cx="3441000" cy="2006100"/>
          </a:xfrm>
          <a:prstGeom xmlns:a="http://schemas.openxmlformats.org/drawingml/2006/main" prst="roundRect">
            <a:avLst>
              <a:gd name="adj" fmla="val 3084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5" name="Google Shape;115;p25">
            <a:extLst xmlns:a="http://schemas.openxmlformats.org/drawingml/2006/main">
              <a:ext uri="{FF2B5EF4-FFF2-40B4-BE49-F238E27FC236}">
                <a16:creationId xmlns:a16="http://schemas.microsoft.com/office/drawing/2014/main" id="{AF78CFD8-7BF0-4EE0-8B90-88395279396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971" y="450000"/>
            <a:ext cx="4124100" cy="3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IBM Plex Mono"/>
              <a:buNone/>
              <a:def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6" name="Google Shape;116;p25">
            <a:extLst xmlns:a="http://schemas.openxmlformats.org/drawingml/2006/main">
              <a:ext uri="{FF2B5EF4-FFF2-40B4-BE49-F238E27FC236}">
                <a16:creationId xmlns:a16="http://schemas.microsoft.com/office/drawing/2014/main" id="{F1967D7F-FA57-42FC-9EBE-47409BEA59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1875" y="801000"/>
            <a:ext cx="4124100" cy="148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SemiBold"/>
              <a:buNone/>
              <a:defRPr sz="32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Слайд с фото 3">
  <p:cSld name="TITLE_AND_TWO_COLUMNS_1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26">
            <a:extLst xmlns:a="http://schemas.openxmlformats.org/drawingml/2006/main">
              <a:ext uri="{FF2B5EF4-FFF2-40B4-BE49-F238E27FC236}">
                <a16:creationId xmlns:a16="http://schemas.microsoft.com/office/drawing/2014/main" id="{90BECAC0-7CD1-4B68-98DB-6805B188E76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52901" y="450000"/>
            <a:ext cx="3441000" cy="4077000"/>
          </a:xfrm>
          <a:prstGeom xmlns:a="http://schemas.openxmlformats.org/drawingml/2006/main" prst="roundRect">
            <a:avLst>
              <a:gd name="adj" fmla="val 3084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9" name="Google Shape;119;p26">
            <a:extLst xmlns:a="http://schemas.openxmlformats.org/drawingml/2006/main">
              <a:ext uri="{FF2B5EF4-FFF2-40B4-BE49-F238E27FC236}">
                <a16:creationId xmlns:a16="http://schemas.microsoft.com/office/drawing/2014/main" id="{A28F1949-9AC4-428A-8A0B-69E6E0FE96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8058" y="450000"/>
            <a:ext cx="4123800" cy="3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IBM Plex Mono"/>
              <a:buNone/>
              <a:def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0" name="Google Shape;120;p26">
            <a:extLst xmlns:a="http://schemas.openxmlformats.org/drawingml/2006/main">
              <a:ext uri="{FF2B5EF4-FFF2-40B4-BE49-F238E27FC236}">
                <a16:creationId xmlns:a16="http://schemas.microsoft.com/office/drawing/2014/main" id="{8C8898F6-4C40-4298-8AD3-C5D280400B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2225" y="818400"/>
            <a:ext cx="4123800" cy="42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Слайд с фото 4">
  <p:cSld name="TITLE_AND_TWO_COLUMNS_1_1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Google Shape;122;p27">
            <a:extLst xmlns:a="http://schemas.openxmlformats.org/drawingml/2006/main">
              <a:ext uri="{FF2B5EF4-FFF2-40B4-BE49-F238E27FC236}">
                <a16:creationId xmlns:a16="http://schemas.microsoft.com/office/drawing/2014/main" id="{8E0E98A9-E14C-4BC7-A43A-482A7E9AEC2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52900" y="450000"/>
            <a:ext cx="3441000" cy="2006100"/>
          </a:xfrm>
          <a:prstGeom xmlns:a="http://schemas.openxmlformats.org/drawingml/2006/main" prst="roundRect">
            <a:avLst>
              <a:gd name="adj" fmla="val 5924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23" name="Google Shape;123;p27">
            <a:extLst xmlns:a="http://schemas.openxmlformats.org/drawingml/2006/main">
              <a:ext uri="{FF2B5EF4-FFF2-40B4-BE49-F238E27FC236}">
                <a16:creationId xmlns:a16="http://schemas.microsoft.com/office/drawing/2014/main" id="{E7635B6C-540D-490E-A79D-52E5B38C6729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5252900" y="2520900"/>
            <a:ext cx="3441000" cy="2006100"/>
          </a:xfrm>
          <a:prstGeom xmlns:a="http://schemas.openxmlformats.org/drawingml/2006/main" prst="roundRect">
            <a:avLst>
              <a:gd name="adj" fmla="val 5924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24" name="Google Shape;124;p27">
            <a:extLst xmlns:a="http://schemas.openxmlformats.org/drawingml/2006/main">
              <a:ext uri="{FF2B5EF4-FFF2-40B4-BE49-F238E27FC236}">
                <a16:creationId xmlns:a16="http://schemas.microsoft.com/office/drawing/2014/main" id="{8EAA517B-B742-4F68-B946-1B1E432509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8058" y="450000"/>
            <a:ext cx="4123800" cy="3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IBM Plex Mono"/>
              <a:buNone/>
              <a:def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25" name="Google Shape;125;p27">
            <a:extLst xmlns:a="http://schemas.openxmlformats.org/drawingml/2006/main">
              <a:ext uri="{FF2B5EF4-FFF2-40B4-BE49-F238E27FC236}">
                <a16:creationId xmlns:a16="http://schemas.microsoft.com/office/drawing/2014/main" id="{00EDF83C-B8BB-49CC-8DA4-BA459AE941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2225" y="818400"/>
            <a:ext cx="4123800" cy="42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Слайд с фото 5">
  <p:cSld name="TITLE_AND_TWO_COLUMNS_1_1_1_1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Google Shape;127;p28">
            <a:extLst xmlns:a="http://schemas.openxmlformats.org/drawingml/2006/main">
              <a:ext uri="{FF2B5EF4-FFF2-40B4-BE49-F238E27FC236}">
                <a16:creationId xmlns:a16="http://schemas.microsoft.com/office/drawing/2014/main" id="{01FFF602-B4D1-497A-A92A-59D0E89990D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598767" y="801000"/>
            <a:ext cx="4095300" cy="1833300"/>
          </a:xfrm>
          <a:prstGeom xmlns:a="http://schemas.openxmlformats.org/drawingml/2006/main" prst="roundRect">
            <a:avLst>
              <a:gd name="adj" fmla="val 5924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28" name="Google Shape;128;p28">
            <a:extLst xmlns:a="http://schemas.openxmlformats.org/drawingml/2006/main">
              <a:ext uri="{FF2B5EF4-FFF2-40B4-BE49-F238E27FC236}">
                <a16:creationId xmlns:a16="http://schemas.microsoft.com/office/drawing/2014/main" id="{0D6C4990-73F0-44B9-8DBA-27C5A499ACA6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4598767" y="2693603"/>
            <a:ext cx="4095300" cy="1833300"/>
          </a:xfrm>
          <a:prstGeom xmlns:a="http://schemas.openxmlformats.org/drawingml/2006/main" prst="roundRect">
            <a:avLst>
              <a:gd name="adj" fmla="val 5924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29" name="Google Shape;129;p28">
            <a:extLst xmlns:a="http://schemas.openxmlformats.org/drawingml/2006/main">
              <a:ext uri="{FF2B5EF4-FFF2-40B4-BE49-F238E27FC236}">
                <a16:creationId xmlns:a16="http://schemas.microsoft.com/office/drawing/2014/main" id="{B08900E8-8FE8-4A80-9EA6-2DD78A41D5AF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50000" y="801000"/>
            <a:ext cx="4095300" cy="1833300"/>
          </a:xfrm>
          <a:prstGeom xmlns:a="http://schemas.openxmlformats.org/drawingml/2006/main" prst="roundRect">
            <a:avLst>
              <a:gd name="adj" fmla="val 5924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30" name="Google Shape;130;p28">
            <a:extLst xmlns:a="http://schemas.openxmlformats.org/drawingml/2006/main">
              <a:ext uri="{FF2B5EF4-FFF2-40B4-BE49-F238E27FC236}">
                <a16:creationId xmlns:a16="http://schemas.microsoft.com/office/drawing/2014/main" id="{5D2D3995-CA78-4483-B60A-A2BB74AA254D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450000" y="2693603"/>
            <a:ext cx="4095300" cy="1833300"/>
          </a:xfrm>
          <a:prstGeom xmlns:a="http://schemas.openxmlformats.org/drawingml/2006/main" prst="roundRect">
            <a:avLst>
              <a:gd name="adj" fmla="val 5924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31" name="Google Shape;131;p28">
            <a:extLst xmlns:a="http://schemas.openxmlformats.org/drawingml/2006/main">
              <a:ext uri="{FF2B5EF4-FFF2-40B4-BE49-F238E27FC236}">
                <a16:creationId xmlns:a16="http://schemas.microsoft.com/office/drawing/2014/main" id="{A17821BF-68C3-41E4-A822-B278E5C9EE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8050" y="450000"/>
            <a:ext cx="8246100" cy="3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Mono"/>
              <a:buNone/>
              <a:defRPr sz="1200">
                <a:solidFill>
                  <a:schemeClr val="dk1"/>
                </a:solidFill>
                <a:latin typeface="IBM Plex Mono"/>
                <a:ea typeface="IBM Plex Mono"/>
                <a:cs typeface="IBM Plex Mono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Слайд с фото 6">
  <p:cSld name="TITLE_AND_TWO_COLUMNS_1_1_1_1_2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Google Shape;133;p29">
            <a:extLst xmlns:a="http://schemas.openxmlformats.org/drawingml/2006/main">
              <a:ext uri="{FF2B5EF4-FFF2-40B4-BE49-F238E27FC236}">
                <a16:creationId xmlns:a16="http://schemas.microsoft.com/office/drawing/2014/main" id="{8ABFDC59-E85C-478D-B7C9-ACF1B3A5611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50000" y="801000"/>
            <a:ext cx="8244000" cy="3726000"/>
          </a:xfrm>
          <a:prstGeom xmlns:a="http://schemas.openxmlformats.org/drawingml/2006/main" prst="roundRect">
            <a:avLst>
              <a:gd name="adj" fmla="val 2893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34" name="Google Shape;134;p29">
            <a:extLst xmlns:a="http://schemas.openxmlformats.org/drawingml/2006/main">
              <a:ext uri="{FF2B5EF4-FFF2-40B4-BE49-F238E27FC236}">
                <a16:creationId xmlns:a16="http://schemas.microsoft.com/office/drawing/2014/main" id="{44B40BAA-A65A-43C0-9608-B53AC4A7A32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8050" y="450000"/>
            <a:ext cx="8246100" cy="3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IBM Plex Mono"/>
              <a:buNone/>
              <a:def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Слайд с фото 7">
  <p:cSld name="TITLE_AND_TWO_COLUMNS_1_1_1_1_2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6" name="Google Shape;136;p30">
            <a:extLst xmlns:a="http://schemas.openxmlformats.org/drawingml/2006/main">
              <a:ext uri="{FF2B5EF4-FFF2-40B4-BE49-F238E27FC236}">
                <a16:creationId xmlns:a16="http://schemas.microsoft.com/office/drawing/2014/main" id="{C6C1290A-2562-407D-9BF7-7B2A1361D62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50000" y="801000"/>
            <a:ext cx="4095300" cy="3726000"/>
          </a:xfrm>
          <a:prstGeom xmlns:a="http://schemas.openxmlformats.org/drawingml/2006/main" prst="roundRect">
            <a:avLst>
              <a:gd name="adj" fmla="val 2893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37" name="Google Shape;137;p30">
            <a:extLst xmlns:a="http://schemas.openxmlformats.org/drawingml/2006/main">
              <a:ext uri="{FF2B5EF4-FFF2-40B4-BE49-F238E27FC236}">
                <a16:creationId xmlns:a16="http://schemas.microsoft.com/office/drawing/2014/main" id="{EBE5DE78-F711-420A-B45C-19DE675A4827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4598630" y="801000"/>
            <a:ext cx="4095300" cy="3726000"/>
          </a:xfrm>
          <a:prstGeom xmlns:a="http://schemas.openxmlformats.org/drawingml/2006/main" prst="roundRect">
            <a:avLst>
              <a:gd name="adj" fmla="val 2893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38" name="Google Shape;138;p30">
            <a:extLst xmlns:a="http://schemas.openxmlformats.org/drawingml/2006/main">
              <a:ext uri="{FF2B5EF4-FFF2-40B4-BE49-F238E27FC236}">
                <a16:creationId xmlns:a16="http://schemas.microsoft.com/office/drawing/2014/main" id="{FC17DE05-D69C-4675-BD4E-75857916DF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8050" y="450000"/>
            <a:ext cx="8246100" cy="3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IBM Plex Mono"/>
              <a:buNone/>
              <a:def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matchingName="Базовый слайд 1">
  <p:cSld name="TITLE_AND_TWO_COLUMNS_1_1_1_1_2_1_1_1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1.xml><?xml version="1.0" encoding="utf-8"?>
<p:sldLayout xmlns:p="http://schemas.openxmlformats.org/presentationml/2006/main" matchingName="Источники">
  <p:cSld name="TITLE_AND_TWO_COLUMNS_1_1_1_1_2_1_1_1_1_3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" name="Google Shape;141;p32">
            <a:extLst xmlns:a="http://schemas.openxmlformats.org/drawingml/2006/main">
              <a:ext uri="{FF2B5EF4-FFF2-40B4-BE49-F238E27FC236}">
                <a16:creationId xmlns:a16="http://schemas.microsoft.com/office/drawing/2014/main" id="{097C27A9-EA5F-48AA-B203-F674EA80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" y="1407150"/>
            <a:ext cx="2706000" cy="2329200"/>
          </a:xfrm>
          <a:prstGeom xmlns:a="http://schemas.openxmlformats.org/drawingml/2006/main" prst="roundRect">
            <a:avLst>
              <a:gd name="adj" fmla="val 6402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32">
            <a:extLst xmlns:a="http://schemas.openxmlformats.org/drawingml/2006/main">
              <a:ext uri="{FF2B5EF4-FFF2-40B4-BE49-F238E27FC236}">
                <a16:creationId xmlns:a16="http://schemas.microsoft.com/office/drawing/2014/main" id="{F28C1A92-36F2-4616-AFE5-32261A5BBEBD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6050" y="1474675"/>
            <a:ext cx="2553900" cy="1101300"/>
          </a:xfrm>
          <a:prstGeom xmlns:a="http://schemas.openxmlformats.org/drawingml/2006/main" prst="roundRect">
            <a:avLst>
              <a:gd name="adj" fmla="val 9632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43" name="Google Shape;143;p32">
            <a:extLst xmlns:a="http://schemas.openxmlformats.org/drawingml/2006/main">
              <a:ext uri="{FF2B5EF4-FFF2-40B4-BE49-F238E27FC236}">
                <a16:creationId xmlns:a16="http://schemas.microsoft.com/office/drawing/2014/main" id="{0F8CEFCC-A0CC-4016-AA67-7EB7C7EF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50" y="3304900"/>
            <a:ext cx="1785900" cy="2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B7B7B7"/>
              </a:solidFill>
              <a:latin typeface="IBM Plex Mono"/>
              <a:ea typeface="IBM Plex Mono"/>
              <a:cs typeface="IBM Plex Mono"/>
            </a:endParaRPr>
          </a:p>
        </p:txBody>
      </p:sp>
      <p:pic>
        <p:nvPicPr>
          <p:cNvPr id="163" name="Google Shape;144;p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9dd7eebb94c3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78475" y="2745000"/>
            <a:ext cx="701476" cy="696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5" name="Google Shape;145;p32">
            <a:extLst xmlns:a="http://schemas.openxmlformats.org/drawingml/2006/main">
              <a:ext uri="{FF2B5EF4-FFF2-40B4-BE49-F238E27FC236}">
                <a16:creationId xmlns:a16="http://schemas.microsoft.com/office/drawing/2014/main" id="{3A1D8B98-0618-4D5F-A7A1-53FA9E0E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000" y="1407150"/>
            <a:ext cx="2706000" cy="2329200"/>
          </a:xfrm>
          <a:prstGeom xmlns:a="http://schemas.openxmlformats.org/drawingml/2006/main" prst="roundRect">
            <a:avLst>
              <a:gd name="adj" fmla="val 6402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32">
            <a:extLst xmlns:a="http://schemas.openxmlformats.org/drawingml/2006/main">
              <a:ext uri="{FF2B5EF4-FFF2-40B4-BE49-F238E27FC236}">
                <a16:creationId xmlns:a16="http://schemas.microsoft.com/office/drawing/2014/main" id="{B94322F8-53E3-4740-8101-1CF9939A7DF8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3295050" y="1474675"/>
            <a:ext cx="2553900" cy="1101300"/>
          </a:xfrm>
          <a:prstGeom xmlns:a="http://schemas.openxmlformats.org/drawingml/2006/main" prst="roundRect">
            <a:avLst>
              <a:gd name="adj" fmla="val 9632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pic>
        <p:nvPicPr>
          <p:cNvPr id="166" name="Google Shape;147;p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9dd7eebb94c3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7475" y="2745000"/>
            <a:ext cx="701476" cy="696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8" name="Google Shape;148;p32">
            <a:extLst xmlns:a="http://schemas.openxmlformats.org/drawingml/2006/main">
              <a:ext uri="{FF2B5EF4-FFF2-40B4-BE49-F238E27FC236}">
                <a16:creationId xmlns:a16="http://schemas.microsoft.com/office/drawing/2014/main" id="{AFB7DAD5-AAD9-4364-B1AA-40F4C147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000" y="1407150"/>
            <a:ext cx="2706000" cy="2329200"/>
          </a:xfrm>
          <a:prstGeom xmlns:a="http://schemas.openxmlformats.org/drawingml/2006/main" prst="roundRect">
            <a:avLst>
              <a:gd name="adj" fmla="val 6402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32">
            <a:extLst xmlns:a="http://schemas.openxmlformats.org/drawingml/2006/main">
              <a:ext uri="{FF2B5EF4-FFF2-40B4-BE49-F238E27FC236}">
                <a16:creationId xmlns:a16="http://schemas.microsoft.com/office/drawing/2014/main" id="{4E245527-F7F7-48DE-9937-3884EBFAA18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6064050" y="1474675"/>
            <a:ext cx="2553900" cy="1101300"/>
          </a:xfrm>
          <a:prstGeom xmlns:a="http://schemas.openxmlformats.org/drawingml/2006/main" prst="roundRect">
            <a:avLst>
              <a:gd name="adj" fmla="val 9632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pic>
        <p:nvPicPr>
          <p:cNvPr id="169" name="Google Shape;150;p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9dd7eebb94c3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16475" y="2745000"/>
            <a:ext cx="701476" cy="696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1" name="Google Shape;151;p32">
            <a:extLst xmlns:a="http://schemas.openxmlformats.org/drawingml/2006/main">
              <a:ext uri="{FF2B5EF4-FFF2-40B4-BE49-F238E27FC236}">
                <a16:creationId xmlns:a16="http://schemas.microsoft.com/office/drawing/2014/main" id="{523AB93D-AF19-44FB-8419-A3FF7BB21A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26050" y="3248500"/>
            <a:ext cx="1785900" cy="3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IBM Plex Mono"/>
              <a:buNone/>
              <a:defRPr sz="1000">
                <a:solidFill>
                  <a:srgbClr val="666666"/>
                </a:solidFill>
                <a:latin typeface="IBM Plex Mono"/>
                <a:ea typeface="IBM Plex Mono"/>
                <a:cs typeface="IBM Plex Mono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None/>
              <a:defRPr sz="1000"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None/>
              <a:defRPr sz="1000"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None/>
              <a:defRPr sz="1000"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None/>
              <a:defRPr sz="1000"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None/>
              <a:defRPr sz="1000"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None/>
              <a:defRPr sz="1000"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None/>
              <a:defRPr sz="1000"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None/>
              <a:defRPr sz="10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52" name="Google Shape;152;p32">
            <a:extLst xmlns:a="http://schemas.openxmlformats.org/drawingml/2006/main">
              <a:ext uri="{FF2B5EF4-FFF2-40B4-BE49-F238E27FC236}">
                <a16:creationId xmlns:a16="http://schemas.microsoft.com/office/drawing/2014/main" id="{43EFCED3-E2D2-4C68-9375-C96AF808B1C6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295050" y="3248500"/>
            <a:ext cx="1785900" cy="3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IBM Plex Mono"/>
              <a:buNone/>
              <a:defRPr sz="1000">
                <a:solidFill>
                  <a:srgbClr val="666666"/>
                </a:solidFill>
                <a:latin typeface="IBM Plex Mono"/>
                <a:ea typeface="IBM Plex Mono"/>
                <a:cs typeface="IBM Plex Mono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None/>
              <a:defRPr sz="1000"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None/>
              <a:defRPr sz="1000"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None/>
              <a:defRPr sz="1000"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None/>
              <a:defRPr sz="1000"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None/>
              <a:defRPr sz="1000"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None/>
              <a:defRPr sz="1000"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None/>
              <a:defRPr sz="1000"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None/>
              <a:defRPr sz="10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53" name="Google Shape;153;p32">
            <a:extLst xmlns:a="http://schemas.openxmlformats.org/drawingml/2006/main">
              <a:ext uri="{FF2B5EF4-FFF2-40B4-BE49-F238E27FC236}">
                <a16:creationId xmlns:a16="http://schemas.microsoft.com/office/drawing/2014/main" id="{A166706C-E824-4344-BC05-C607916F4450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064050" y="3248500"/>
            <a:ext cx="1785900" cy="3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IBM Plex Mono"/>
              <a:buNone/>
              <a:defRPr sz="1000">
                <a:solidFill>
                  <a:srgbClr val="666666"/>
                </a:solidFill>
                <a:latin typeface="IBM Plex Mono"/>
                <a:ea typeface="IBM Plex Mono"/>
                <a:cs typeface="IBM Plex Mono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None/>
              <a:defRPr sz="1000"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None/>
              <a:defRPr sz="1000"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None/>
              <a:defRPr sz="1000"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None/>
              <a:defRPr sz="1000"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None/>
              <a:defRPr sz="1000"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None/>
              <a:defRPr sz="1000"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None/>
              <a:defRPr sz="1000"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None/>
              <a:defRPr sz="1000"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54" name="Google Shape;154;p32">
            <a:extLst xmlns:a="http://schemas.openxmlformats.org/drawingml/2006/main">
              <a:ext uri="{FF2B5EF4-FFF2-40B4-BE49-F238E27FC236}">
                <a16:creationId xmlns:a16="http://schemas.microsoft.com/office/drawing/2014/main" id="{594B8B2F-FFEA-4253-8F8B-B85F0EF28A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50" y="2658400"/>
            <a:ext cx="17859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55" name="Google Shape;155;p32">
            <a:extLst xmlns:a="http://schemas.openxmlformats.org/drawingml/2006/main">
              <a:ext uri="{FF2B5EF4-FFF2-40B4-BE49-F238E27FC236}">
                <a16:creationId xmlns:a16="http://schemas.microsoft.com/office/drawing/2014/main" id="{2F5AE8FE-1D25-4A31-B2AA-FA99A276090D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3295050" y="2658400"/>
            <a:ext cx="17859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56" name="Google Shape;156;p32">
            <a:extLst xmlns:a="http://schemas.openxmlformats.org/drawingml/2006/main">
              <a:ext uri="{FF2B5EF4-FFF2-40B4-BE49-F238E27FC236}">
                <a16:creationId xmlns:a16="http://schemas.microsoft.com/office/drawing/2014/main" id="{AA38FF92-FF12-4684-8713-A13B717B6C3D}"/>
              </a:ext>
            </a:extLst>
          </p:cNvPr>
          <p:cNvSpPr>
            <a:spLocks xmlns:a="http://schemas.openxmlformats.org/drawingml/2006/main" noGrp="1"/>
          </p:cNvSpPr>
          <p:nvPr>
            <p:ph type="title" idx="8"/>
          </p:nvPr>
        </p:nvSpPr>
        <p:spPr>
          <a:xfrm xmlns:a="http://schemas.openxmlformats.org/drawingml/2006/main">
            <a:off x="6064050" y="2658400"/>
            <a:ext cx="17859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matchingName="Слайд с макетом 3">
  <p:cSld name="TITLE_AND_TWO_COLUMNS_1_1_1_1_2_1_1_1_1_1_1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33">
            <a:extLst xmlns:a="http://schemas.openxmlformats.org/drawingml/2006/main">
              <a:ext uri="{FF2B5EF4-FFF2-40B4-BE49-F238E27FC236}">
                <a16:creationId xmlns:a16="http://schemas.microsoft.com/office/drawing/2014/main" id="{0DFEC40D-37A5-473C-B2C4-9724931F8B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7971" y="450000"/>
            <a:ext cx="4124100" cy="3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IBM Plex Mono"/>
              <a:buNone/>
              <a:def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None/>
              <a:defRPr>
                <a:solidFill>
                  <a:srgbClr val="666666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59" name="Google Shape;159;p33">
            <a:extLst xmlns:a="http://schemas.openxmlformats.org/drawingml/2006/main">
              <a:ext uri="{FF2B5EF4-FFF2-40B4-BE49-F238E27FC236}">
                <a16:creationId xmlns:a16="http://schemas.microsoft.com/office/drawing/2014/main" id="{A4714DB9-B54B-4A88-9ABE-14F8E684CD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1875" y="801000"/>
            <a:ext cx="4124100" cy="148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SemiBold"/>
              <a:buNone/>
              <a:defRPr sz="32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matchingName="Слайд с макетом 5">
  <p:cSld name="TITLE_AND_TWO_COLUMNS_1_1_1_1_2_1_1_1_1_1_1_1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Google Shape;161;p34">
            <a:extLst xmlns:a="http://schemas.openxmlformats.org/drawingml/2006/main">
              <a:ext uri="{FF2B5EF4-FFF2-40B4-BE49-F238E27FC236}">
                <a16:creationId xmlns:a16="http://schemas.microsoft.com/office/drawing/2014/main" id="{07D76378-2CD4-4B3B-9C9D-4F7613E6F9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8058" y="450000"/>
            <a:ext cx="4123800" cy="3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IBM Plex Mono"/>
              <a:buNone/>
              <a:def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2" name="Google Shape;162;p34">
            <a:extLst xmlns:a="http://schemas.openxmlformats.org/drawingml/2006/main">
              <a:ext uri="{FF2B5EF4-FFF2-40B4-BE49-F238E27FC236}">
                <a16:creationId xmlns:a16="http://schemas.microsoft.com/office/drawing/2014/main" id="{EE35602C-5CE2-417F-AD7B-BB75C3A038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2225" y="818400"/>
            <a:ext cx="4123800" cy="42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4.xml><?xml version="1.0" encoding="utf-8"?>
<p:sldLayout xmlns:p="http://schemas.openxmlformats.org/presentationml/2006/main" matchingName="Слайд с макетом 6">
  <p:cSld name="MAIN_POINT_1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5.xml><?xml version="1.0" encoding="utf-8"?>
<p:sldLayout xmlns:p="http://schemas.openxmlformats.org/presentationml/2006/main" matchingName="Слайд с макетом 7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6.xml><?xml version="1.0" encoding="utf-8"?>
<p:sldLayout xmlns:p="http://schemas.openxmlformats.org/presentationml/2006/main" matchingName="Слайд с макетом 8">
  <p:cSld name="SECTION_TITLE_AND_DESCRIPTION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6" name="Google Shape;166;p37">
            <a:extLst xmlns:a="http://schemas.openxmlformats.org/drawingml/2006/main">
              <a:ext uri="{FF2B5EF4-FFF2-40B4-BE49-F238E27FC236}">
                <a16:creationId xmlns:a16="http://schemas.microsoft.com/office/drawing/2014/main" id="{DFB688A5-7B79-4D38-A583-5CF29F3134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2225" y="450000"/>
            <a:ext cx="6869100" cy="42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None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None/>
              <a:defRPr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7.xml><?xml version="1.0" encoding="utf-8"?>
<p:sldLayout xmlns:p="http://schemas.openxmlformats.org/presentationml/2006/main" matchingName="Завершающий слайд 1">
  <p:cSld name="CUSTOM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" name="Google Shape;168;p38">
            <a:extLst xmlns:a="http://schemas.openxmlformats.org/drawingml/2006/main">
              <a:ext uri="{FF2B5EF4-FFF2-40B4-BE49-F238E27FC236}">
                <a16:creationId xmlns:a16="http://schemas.microsoft.com/office/drawing/2014/main" id="{C68B1B4E-2664-42A4-99C7-F39F31753D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8575" y="1767150"/>
            <a:ext cx="4806600" cy="11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Manrope"/>
              <a:buNone/>
              <a:defRPr sz="7000" b="1"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 xmlns:a="http://schemas.openxmlformats.org/drawingml/2006/main">
            <a:endParaRPr/>
          </a:p>
        </p:txBody>
      </p:sp>
      <p:pic>
        <p:nvPicPr>
          <p:cNvPr id="171" name="Google Shape;169;p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66e134caf406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64825" y="1916650"/>
            <a:ext cx="959000" cy="875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8.xml><?xml version="1.0" encoding="utf-8"?>
<p:sldLayout xmlns:p="http://schemas.openxmlformats.org/presentationml/2006/main" matchingName="Завершающий слайд 2">
  <p:cSld name="CUSTOM_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171;p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9b63fb64e94bf8">
            <a:alphaModFix/>
          </a:blip>
          <a:srcRect xmlns:a="http://schemas.openxmlformats.org/drawingml/2006/main" l="30" t="0" r="30" b="0"/>
          <a:stretch xmlns:a="http://schemas.openxmlformats.org/drawingml/2006/main"/>
        </p:blipFill>
        <p:spPr>
          <a:xfrm xmlns:a="http://schemas.openxmlformats.org/drawingml/2006/main">
            <a:off x="3199738" y="2193847"/>
            <a:ext cx="2744525" cy="75580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9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3b5f3cd13d4d41" /><Relationship Type="http://schemas.openxmlformats.org/officeDocument/2006/relationships/slideLayout" Target="/ppt/slideLayouts/slideLayout1.xml" Id="Rfd90449b17d14cd2" /><Relationship Type="http://schemas.openxmlformats.org/officeDocument/2006/relationships/slideLayout" Target="/ppt/slideLayouts/slideLayout2.xml" Id="R1a33dec98ef04a23" /><Relationship Type="http://schemas.openxmlformats.org/officeDocument/2006/relationships/slideLayout" Target="/ppt/slideLayouts/slideLayout3.xml" Id="Re24f3464376f4b4f" /><Relationship Type="http://schemas.openxmlformats.org/officeDocument/2006/relationships/slideLayout" Target="/ppt/slideLayouts/slideLayout4.xml" Id="R566f35f3f91948c3" /><Relationship Type="http://schemas.openxmlformats.org/officeDocument/2006/relationships/slideLayout" Target="/ppt/slideLayouts/slideLayout5.xml" Id="R3e500e2362bd4249" /><Relationship Type="http://schemas.openxmlformats.org/officeDocument/2006/relationships/slideLayout" Target="/ppt/slideLayouts/slideLayout6.xml" Id="Re2542592ea304631" /><Relationship Type="http://schemas.openxmlformats.org/officeDocument/2006/relationships/slideLayout" Target="/ppt/slideLayouts/slideLayout7.xml" Id="Re8f8fbe7711c45fb" /><Relationship Type="http://schemas.openxmlformats.org/officeDocument/2006/relationships/slideLayout" Target="/ppt/slideLayouts/slideLayout8.xml" Id="R92360efe5a174529" /><Relationship Type="http://schemas.openxmlformats.org/officeDocument/2006/relationships/slideLayout" Target="/ppt/slideLayouts/slideLayout9.xml" Id="R84ad736626a944ed" /><Relationship Type="http://schemas.openxmlformats.org/officeDocument/2006/relationships/slideLayout" Target="/ppt/slideLayouts/slideLayout10.xml" Id="Re7cd44c2776a4558" /><Relationship Type="http://schemas.openxmlformats.org/officeDocument/2006/relationships/slideLayout" Target="/ppt/slideLayouts/slideLayout11.xml" Id="R3223efbc5bf84373" /><Relationship Type="http://schemas.openxmlformats.org/officeDocument/2006/relationships/slideLayout" Target="/ppt/slideLayouts/slideLayout12.xml" Id="R588c171909c94a36" /><Relationship Type="http://schemas.openxmlformats.org/officeDocument/2006/relationships/slideLayout" Target="/ppt/slideLayouts/slideLayout13.xml" Id="Rd21a4c4fe2d44622" /><Relationship Type="http://schemas.openxmlformats.org/officeDocument/2006/relationships/slideLayout" Target="/ppt/slideLayouts/slideLayout14.xml" Id="Ra408a3f0388548af" /><Relationship Type="http://schemas.openxmlformats.org/officeDocument/2006/relationships/slideLayout" Target="/ppt/slideLayouts/slideLayout15.xml" Id="R18f3cf75911f42f3" /><Relationship Type="http://schemas.openxmlformats.org/officeDocument/2006/relationships/slideLayout" Target="/ppt/slideLayouts/slideLayout16.xml" Id="Rfa10d3ced06b4400" /><Relationship Type="http://schemas.openxmlformats.org/officeDocument/2006/relationships/slideLayout" Target="/ppt/slideLayouts/slideLayout17.xml" Id="Re2f24ca28c984d3c" /><Relationship Type="http://schemas.openxmlformats.org/officeDocument/2006/relationships/slideLayout" Target="/ppt/slideLayouts/slideLayout18.xml" Id="R12cfcf7d9377452b" /><Relationship Type="http://schemas.openxmlformats.org/officeDocument/2006/relationships/slideLayout" Target="/ppt/slideLayouts/slideLayout19.xml" Id="R3a84b280a1414ed1" /><Relationship Type="http://schemas.openxmlformats.org/officeDocument/2006/relationships/slideLayout" Target="/ppt/slideLayouts/slideLayout20.xml" Id="R330ef007bf3e4ed5" /><Relationship Type="http://schemas.openxmlformats.org/officeDocument/2006/relationships/slideLayout" Target="/ppt/slideLayouts/slideLayout21.xml" Id="Rcd5f1ea8cf1f4b42" /><Relationship Type="http://schemas.openxmlformats.org/officeDocument/2006/relationships/slideLayout" Target="/ppt/slideLayouts/slideLayout22.xml" Id="R35447ecf0c334a04" /><Relationship Type="http://schemas.openxmlformats.org/officeDocument/2006/relationships/slideLayout" Target="/ppt/slideLayouts/slideLayout23.xml" Id="R888e92dbf9ef4538" /><Relationship Type="http://schemas.openxmlformats.org/officeDocument/2006/relationships/slideLayout" Target="/ppt/slideLayouts/slideLayout24.xml" Id="Rfa3a1c30f8394fd6" /><Relationship Type="http://schemas.openxmlformats.org/officeDocument/2006/relationships/slideLayout" Target="/ppt/slideLayouts/slideLayout25.xml" Id="R6a7b5ea916f1436c" /><Relationship Type="http://schemas.openxmlformats.org/officeDocument/2006/relationships/slideLayout" Target="/ppt/slideLayouts/slideLayout26.xml" Id="Rf5a2671a17c844a5" /><Relationship Type="http://schemas.openxmlformats.org/officeDocument/2006/relationships/slideLayout" Target="/ppt/slideLayouts/slideLayout27.xml" Id="R2f327d02a8dc4c0b" /><Relationship Type="http://schemas.openxmlformats.org/officeDocument/2006/relationships/slideLayout" Target="/ppt/slideLayouts/slideLayout28.xml" Id="Rab24090691514f26" /><Relationship Type="http://schemas.openxmlformats.org/officeDocument/2006/relationships/slideLayout" Target="/ppt/slideLayouts/slideLayout29.xml" Id="R5224277944054983" /><Relationship Type="http://schemas.openxmlformats.org/officeDocument/2006/relationships/slideLayout" Target="/ppt/slideLayouts/slideLayout30.xml" Id="R22b89f84de214497" /><Relationship Type="http://schemas.openxmlformats.org/officeDocument/2006/relationships/slideLayout" Target="/ppt/slideLayouts/slideLayout31.xml" Id="R0655d2ccec3d4081" /><Relationship Type="http://schemas.openxmlformats.org/officeDocument/2006/relationships/slideLayout" Target="/ppt/slideLayouts/slideLayout32.xml" Id="R9a25f85d193a45f3" /><Relationship Type="http://schemas.openxmlformats.org/officeDocument/2006/relationships/slideLayout" Target="/ppt/slideLayouts/slideLayout33.xml" Id="Raa023b73f7514a2c" /><Relationship Type="http://schemas.openxmlformats.org/officeDocument/2006/relationships/slideLayout" Target="/ppt/slideLayouts/slideLayout34.xml" Id="Re907f9b269354b35" /><Relationship Type="http://schemas.openxmlformats.org/officeDocument/2006/relationships/slideLayout" Target="/ppt/slideLayouts/slideLayout35.xml" Id="R0d8ba74b1b9d4995" /><Relationship Type="http://schemas.openxmlformats.org/officeDocument/2006/relationships/slideLayout" Target="/ppt/slideLayouts/slideLayout36.xml" Id="R3e95af8eb8c74be8" /><Relationship Type="http://schemas.openxmlformats.org/officeDocument/2006/relationships/slideLayout" Target="/ppt/slideLayouts/slideLayout37.xml" Id="Ra6562a662f9745a4" /><Relationship Type="http://schemas.openxmlformats.org/officeDocument/2006/relationships/slideLayout" Target="/ppt/slideLayouts/slideLayout38.xml" Id="Rd7e564bd9c4e4519" /><Relationship Type="http://schemas.openxmlformats.org/officeDocument/2006/relationships/slideLayout" Target="/ppt/slideLayouts/slideLayout39.xml" Id="R7cae9adc83b74a8a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90449b17d14cd2"/>
    <p:sldLayoutId xmlns:r="http://schemas.openxmlformats.org/officeDocument/2006/relationships" id="2147483650" r:id="R1a33dec98ef04a23"/>
    <p:sldLayoutId xmlns:r="http://schemas.openxmlformats.org/officeDocument/2006/relationships" id="2147483651" r:id="Re24f3464376f4b4f"/>
    <p:sldLayoutId xmlns:r="http://schemas.openxmlformats.org/officeDocument/2006/relationships" id="2147483652" r:id="R566f35f3f91948c3"/>
    <p:sldLayoutId xmlns:r="http://schemas.openxmlformats.org/officeDocument/2006/relationships" id="2147483653" r:id="R3e500e2362bd4249"/>
    <p:sldLayoutId xmlns:r="http://schemas.openxmlformats.org/officeDocument/2006/relationships" id="2147483654" r:id="Re2542592ea304631"/>
    <p:sldLayoutId xmlns:r="http://schemas.openxmlformats.org/officeDocument/2006/relationships" id="2147483655" r:id="Re8f8fbe7711c45fb"/>
    <p:sldLayoutId xmlns:r="http://schemas.openxmlformats.org/officeDocument/2006/relationships" id="2147483656" r:id="R92360efe5a174529"/>
    <p:sldLayoutId xmlns:r="http://schemas.openxmlformats.org/officeDocument/2006/relationships" id="2147483657" r:id="R84ad736626a944ed"/>
    <p:sldLayoutId xmlns:r="http://schemas.openxmlformats.org/officeDocument/2006/relationships" id="2147483658" r:id="Re7cd44c2776a4558"/>
    <p:sldLayoutId xmlns:r="http://schemas.openxmlformats.org/officeDocument/2006/relationships" id="2147483659" r:id="R3223efbc5bf84373"/>
    <p:sldLayoutId xmlns:r="http://schemas.openxmlformats.org/officeDocument/2006/relationships" id="2147483660" r:id="R588c171909c94a36"/>
    <p:sldLayoutId xmlns:r="http://schemas.openxmlformats.org/officeDocument/2006/relationships" id="2147483661" r:id="Rd21a4c4fe2d44622"/>
    <p:sldLayoutId xmlns:r="http://schemas.openxmlformats.org/officeDocument/2006/relationships" id="2147483662" r:id="Ra408a3f0388548af"/>
    <p:sldLayoutId xmlns:r="http://schemas.openxmlformats.org/officeDocument/2006/relationships" id="2147483663" r:id="R18f3cf75911f42f3"/>
    <p:sldLayoutId xmlns:r="http://schemas.openxmlformats.org/officeDocument/2006/relationships" id="2147483664" r:id="Rfa10d3ced06b4400"/>
    <p:sldLayoutId xmlns:r="http://schemas.openxmlformats.org/officeDocument/2006/relationships" id="2147483665" r:id="Re2f24ca28c984d3c"/>
    <p:sldLayoutId xmlns:r="http://schemas.openxmlformats.org/officeDocument/2006/relationships" id="2147483666" r:id="R12cfcf7d9377452b"/>
    <p:sldLayoutId xmlns:r="http://schemas.openxmlformats.org/officeDocument/2006/relationships" id="2147483667" r:id="R3a84b280a1414ed1"/>
    <p:sldLayoutId xmlns:r="http://schemas.openxmlformats.org/officeDocument/2006/relationships" id="2147483668" r:id="R330ef007bf3e4ed5"/>
    <p:sldLayoutId xmlns:r="http://schemas.openxmlformats.org/officeDocument/2006/relationships" id="2147483669" r:id="Rcd5f1ea8cf1f4b42"/>
    <p:sldLayoutId xmlns:r="http://schemas.openxmlformats.org/officeDocument/2006/relationships" id="2147483670" r:id="R35447ecf0c334a04"/>
    <p:sldLayoutId xmlns:r="http://schemas.openxmlformats.org/officeDocument/2006/relationships" id="2147483671" r:id="R888e92dbf9ef4538"/>
    <p:sldLayoutId xmlns:r="http://schemas.openxmlformats.org/officeDocument/2006/relationships" id="2147483672" r:id="Rfa3a1c30f8394fd6"/>
    <p:sldLayoutId xmlns:r="http://schemas.openxmlformats.org/officeDocument/2006/relationships" id="2147483673" r:id="R6a7b5ea916f1436c"/>
    <p:sldLayoutId xmlns:r="http://schemas.openxmlformats.org/officeDocument/2006/relationships" id="2147483674" r:id="Rf5a2671a17c844a5"/>
    <p:sldLayoutId xmlns:r="http://schemas.openxmlformats.org/officeDocument/2006/relationships" id="2147483675" r:id="R2f327d02a8dc4c0b"/>
    <p:sldLayoutId xmlns:r="http://schemas.openxmlformats.org/officeDocument/2006/relationships" id="2147483676" r:id="Rab24090691514f26"/>
    <p:sldLayoutId xmlns:r="http://schemas.openxmlformats.org/officeDocument/2006/relationships" id="2147483677" r:id="R5224277944054983"/>
    <p:sldLayoutId xmlns:r="http://schemas.openxmlformats.org/officeDocument/2006/relationships" id="2147483678" r:id="R22b89f84de214497"/>
    <p:sldLayoutId xmlns:r="http://schemas.openxmlformats.org/officeDocument/2006/relationships" id="2147483679" r:id="R0655d2ccec3d4081"/>
    <p:sldLayoutId xmlns:r="http://schemas.openxmlformats.org/officeDocument/2006/relationships" id="2147483680" r:id="R9a25f85d193a45f3"/>
    <p:sldLayoutId xmlns:r="http://schemas.openxmlformats.org/officeDocument/2006/relationships" id="2147483681" r:id="Raa023b73f7514a2c"/>
    <p:sldLayoutId xmlns:r="http://schemas.openxmlformats.org/officeDocument/2006/relationships" id="2147483682" r:id="Re907f9b269354b35"/>
    <p:sldLayoutId xmlns:r="http://schemas.openxmlformats.org/officeDocument/2006/relationships" id="2147483683" r:id="R0d8ba74b1b9d4995"/>
    <p:sldLayoutId xmlns:r="http://schemas.openxmlformats.org/officeDocument/2006/relationships" id="2147483684" r:id="R3e95af8eb8c74be8"/>
    <p:sldLayoutId xmlns:r="http://schemas.openxmlformats.org/officeDocument/2006/relationships" id="2147483685" r:id="Ra6562a662f9745a4"/>
    <p:sldLayoutId xmlns:r="http://schemas.openxmlformats.org/officeDocument/2006/relationships" id="2147483686" r:id="Rd7e564bd9c4e4519"/>
    <p:sldLayoutId xmlns:r="http://schemas.openxmlformats.org/officeDocument/2006/relationships" id="2147483687" r:id="R7cae9adc83b74a8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3">
          <p15:clr>
            <a:srgbClr xmlns:a="http://schemas.openxmlformats.org/drawingml/2006/main" val="E46962"/>
          </p15:clr>
        </p15:guide>
        <p15:guide id="2" orient="horz" pos="283">
          <p15:clr>
            <a:srgbClr xmlns:a="http://schemas.openxmlformats.org/drawingml/2006/main" val="E46962"/>
          </p15:clr>
        </p15:guide>
        <p15:guide id="3" pos="5477">
          <p15:clr>
            <a:srgbClr xmlns:a="http://schemas.openxmlformats.org/drawingml/2006/main" val="E46962"/>
          </p15:clr>
        </p15:guide>
        <p15:guide id="4" orient="horz" pos="2957">
          <p15:clr>
            <a:srgbClr xmlns:a="http://schemas.openxmlformats.org/drawingml/2006/main" val="E46962"/>
          </p15:clr>
        </p15:guide>
        <p15:guide id="5" pos="3741">
          <p15:clr>
            <a:srgbClr xmlns:a="http://schemas.openxmlformats.org/drawingml/2006/main" val="E46962"/>
          </p15:clr>
        </p15:guide>
        <p15:guide id="6" pos="2880">
          <p15:clr>
            <a:srgbClr xmlns:a="http://schemas.openxmlformats.org/drawingml/2006/main" val="E46962"/>
          </p15:clr>
        </p15:guide>
        <p15:guide id="7" pos="1580">
          <p15:clr>
            <a:srgbClr xmlns:a="http://schemas.openxmlformats.org/drawingml/2006/main" val="E46962"/>
          </p15:clr>
        </p15:guide>
        <p15:guide id="8" pos="4173">
          <p15:clr>
            <a:srgbClr xmlns:a="http://schemas.openxmlformats.org/drawingml/2006/main" val="E46962"/>
          </p15:clr>
        </p15:guide>
        <p15:guide id="9" pos="3309">
          <p15:clr>
            <a:srgbClr xmlns:a="http://schemas.openxmlformats.org/drawingml/2006/main" val="E46962"/>
          </p15:clr>
        </p15:guide>
        <p15:guide id="10" pos="716">
          <p15:clr>
            <a:srgbClr xmlns:a="http://schemas.openxmlformats.org/drawingml/2006/main" val="E46962"/>
          </p15:clr>
        </p15:guide>
        <p15:guide id="11" pos="2012">
          <p15:clr>
            <a:srgbClr xmlns:a="http://schemas.openxmlformats.org/drawingml/2006/main" val="E46962"/>
          </p15:clr>
        </p15:guide>
        <p15:guide id="12" pos="1154">
          <p15:clr>
            <a:srgbClr xmlns:a="http://schemas.openxmlformats.org/drawingml/2006/main" val="E46962"/>
          </p15:clr>
        </p15:guide>
        <p15:guide id="13" pos="2444">
          <p15:clr>
            <a:srgbClr xmlns:a="http://schemas.openxmlformats.org/drawingml/2006/main" val="E46962"/>
          </p15:clr>
        </p15:guide>
        <p15:guide id="14" pos="4606">
          <p15:clr>
            <a:srgbClr xmlns:a="http://schemas.openxmlformats.org/drawingml/2006/main" val="E46962"/>
          </p15:clr>
        </p15:guide>
        <p15:guide id="15" pos="5038">
          <p15:clr>
            <a:srgbClr xmlns:a="http://schemas.openxmlformats.org/drawingml/2006/main" val="E46962"/>
          </p15:clr>
        </p15:guide>
        <p15:guide id="16" orient="horz" pos="3061">
          <p15:clr>
            <a:srgbClr xmlns:a="http://schemas.openxmlformats.org/drawingml/2006/main" val="E46962"/>
          </p15:clr>
        </p15:guide>
        <p15:guide id="17" orient="horz" pos="2852">
          <p15:clr>
            <a:srgbClr xmlns:a="http://schemas.openxmlformats.org/drawingml/2006/main" val="E46962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bc8e965ff1d4c96" /><Relationship Type="http://schemas.openxmlformats.org/officeDocument/2006/relationships/image" Target="/ppt/media/image.jpeg" Id="R2a0cd333a942451a" /><Relationship Type="http://schemas.openxmlformats.org/officeDocument/2006/relationships/notesSlide" Target="/ppt/notesSlides/notesSlide1.xml" Id="R55cf3f1447144b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9d02df88bd0045a7" /><Relationship Type="http://schemas.openxmlformats.org/officeDocument/2006/relationships/notesSlide" Target="/ppt/notesSlides/notesSlide2.xml" Id="R7b37fd13b6b748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35d133eaec496c" /><Relationship Type="http://schemas.openxmlformats.org/officeDocument/2006/relationships/notesSlide" Target="/ppt/notesSlides/notesSlide3.xml" Id="Rc72458955cd944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.xml" Id="Rdd345eec67fa4e37" /><Relationship Type="http://schemas.openxmlformats.org/officeDocument/2006/relationships/notesSlide" Target="/ppt/notesSlides/notesSlide4.xml" Id="R8940760c33af4c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0a6e06dabd4518" /><Relationship Type="http://schemas.openxmlformats.org/officeDocument/2006/relationships/notesSlide" Target="/ppt/notesSlides/notesSlide5.xml" Id="R7689c521374c4a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0e046667ec4dc6" /><Relationship Type="http://schemas.openxmlformats.org/officeDocument/2006/relationships/notesSlide" Target="/ppt/notesSlides/notesSlide6.xml" Id="Rf8a5ef97f7be44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6a7138664d45e9" /><Relationship Type="http://schemas.openxmlformats.org/officeDocument/2006/relationships/notesSlide" Target="/ppt/notesSlides/notesSlide7.xml" Id="Ra877816ad5ad41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ceb134cb8c47d3" /><Relationship Type="http://schemas.openxmlformats.org/officeDocument/2006/relationships/notesSlide" Target="/ppt/notesSlides/notesSlide8.xml" Id="R6009252e6af14e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a69b6394e04851" /><Relationship Type="http://schemas.openxmlformats.org/officeDocument/2006/relationships/notesSlide" Target="/ppt/notesSlides/notesSlide9.xml" Id="R3d41f14fc3ac43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d22c67f4f04ecd" /><Relationship Type="http://schemas.openxmlformats.org/officeDocument/2006/relationships/notesSlide" Target="/ppt/notesSlides/notesSlide10.xml" Id="R7a5c6dd92f284c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c83cb740af84845" /><Relationship Type="http://schemas.openxmlformats.org/officeDocument/2006/relationships/notesSlide" Target="/ppt/notesSlides/notesSlide11.xml" Id="R61c8fd7df3294d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a690f5b014458b" /><Relationship Type="http://schemas.openxmlformats.org/officeDocument/2006/relationships/notesSlide" Target="/ppt/notesSlides/notesSlide12.xml" Id="R149d7c726a8c4f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68a028746c400e" /><Relationship Type="http://schemas.openxmlformats.org/officeDocument/2006/relationships/notesSlide" Target="/ppt/notesSlides/notesSlide13.xml" Id="Rf413295130934da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04675d695c4d2a" /><Relationship Type="http://schemas.openxmlformats.org/officeDocument/2006/relationships/notesSlide" Target="/ppt/notesSlides/notesSlide14.xml" Id="R0383ef0c1dda48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d30142f5b34993" /><Relationship Type="http://schemas.openxmlformats.org/officeDocument/2006/relationships/notesSlide" Target="/ppt/notesSlides/notesSlide15.xml" Id="R17abd84cacd9469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1e56cfb5544c42" /><Relationship Type="http://schemas.openxmlformats.org/officeDocument/2006/relationships/image" Target="/ppt/media/image6.png" Id="R4cf10e5a424c44ca" /><Relationship Type="http://schemas.openxmlformats.org/officeDocument/2006/relationships/image" Target="/ppt/media/image7.png" Id="R59eb9db77e994f79" /><Relationship Type="http://schemas.openxmlformats.org/officeDocument/2006/relationships/notesSlide" Target="/ppt/notesSlides/notesSlide16.xml" Id="R842fdd716e2540e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0.xml" Id="R3b568f5830984143" /><Relationship Type="http://schemas.openxmlformats.org/officeDocument/2006/relationships/image" Target="/ppt/media/image8.png" Id="Re0144cafafcb4378" /><Relationship Type="http://schemas.openxmlformats.org/officeDocument/2006/relationships/image" Target="/ppt/media/image2.jpeg" Id="R074be7c054a4464e" /><Relationship Type="http://schemas.openxmlformats.org/officeDocument/2006/relationships/image" Target="/ppt/media/image9.png" Id="R713727fa81b9442e" /><Relationship Type="http://schemas.openxmlformats.org/officeDocument/2006/relationships/image" Target="/ppt/media/image10.png" Id="Rbd06da60416d4b3c" /><Relationship Type="http://schemas.openxmlformats.org/officeDocument/2006/relationships/notesSlide" Target="/ppt/notesSlides/notesSlide17.xml" Id="Reefaf4c95dd847f4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a0cd333a942451a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1" name="Google Shape;191;p43">
            <a:extLst xmlns:a="http://schemas.openxmlformats.org/drawingml/2006/main">
              <a:ext uri="{FF2B5EF4-FFF2-40B4-BE49-F238E27FC236}">
                <a16:creationId xmlns:a16="http://schemas.microsoft.com/office/drawing/2014/main" id="{5FA24F19-A498-49FD-8A9F-B9D53130A3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32700" y="1323950"/>
            <a:ext cx="5478600" cy="201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r>
              <a:rPr b="1"/>
              <a:t>Avito AI Reviewer: помощник для проверки домашних заданий</a:t>
            </a:r>
          </a:p>
        </p:txBody>
      </p:sp>
      <p:sp>
        <p:nvSpPr>
          <p:cNvPr id="193" name="Google Shape;193;p43">
            <a:extLst xmlns:a="http://schemas.openxmlformats.org/drawingml/2006/main">
              <a:ext uri="{FF2B5EF4-FFF2-40B4-BE49-F238E27FC236}">
                <a16:creationId xmlns:a16="http://schemas.microsoft.com/office/drawing/2014/main" id="{3E854166-2ECE-4910-98F5-BB90630E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300" y="4693500"/>
            <a:ext cx="8277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AVITO</a:t>
            </a:r>
          </a:p>
        </p:txBody>
      </p:sp>
      <p:sp>
        <p:nvSpPr>
          <p:cNvPr id="2" name="Google Shape;191;p43">
            <a:extLst xmlns:a="http://schemas.openxmlformats.org/drawingml/2006/main">
              <a:ext uri="{FF2B5EF4-FFF2-40B4-BE49-F238E27FC236}">
                <a16:creationId xmlns:a16="http://schemas.microsoft.com/office/drawing/2014/main" id="{A2CBBEDF-F1A3-0A52-0F8E-20C6D7C0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452" y="3443421"/>
            <a:ext cx="5478600" cy="201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nrope SemiBold"/>
              <a:buNone/>
              <a:defRPr sz="4400" b="0" i="0" u="none" cap="none" spc="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rPr sz="2000" b="1">
                <a:solidFill>
                  <a:schemeClr val="bg2"/>
                </a:solidFill>
              </a:rPr>
              <a:t>Кошелев Никита</a:t>
            </a:r>
          </a:p>
          <a:p xmlns:a="http://schemas.openxmlformats.org/drawingml/2006/main">
            <a:r>
              <a:rPr sz="2000" b="1">
                <a:solidFill>
                  <a:schemeClr val="bg2"/>
                </a:solidFill>
              </a:rPr>
              <a:t>Курдина Анна</a:t>
            </a:r>
          </a:p>
          <a:p xmlns:a="http://schemas.openxmlformats.org/drawingml/2006/main">
            <a:r>
              <a:rPr sz="2000" b="1">
                <a:solidFill>
                  <a:schemeClr val="bg2"/>
                </a:solidFill>
              </a:rPr>
              <a:t>Чернов Иван</a:t>
            </a:r>
          </a:p>
        </p:txBody>
      </p:sp>
    </p:spTree>
    <p:extLst>
      <p:ext uri="{BB962C8B-B14F-4D97-AF65-F5344CB8AC3E}">
        <p14:creationId xmlns:p14="http://schemas.microsoft.com/office/powerpoint/2010/main" val="12926949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9" name="Google Shape;459;p60">
            <a:extLst xmlns:a="http://schemas.openxmlformats.org/drawingml/2006/main">
              <a:ext uri="{FF2B5EF4-FFF2-40B4-BE49-F238E27FC236}">
                <a16:creationId xmlns:a16="http://schemas.microsoft.com/office/drawing/2014/main" id="{7FEA37C5-D0E5-4A52-ACFA-6C4A61F9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86900" y="436275"/>
            <a:ext cx="4090800" cy="4090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00AA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60">
            <a:extLst xmlns:a="http://schemas.openxmlformats.org/drawingml/2006/main">
              <a:ext uri="{FF2B5EF4-FFF2-40B4-BE49-F238E27FC236}">
                <a16:creationId xmlns:a16="http://schemas.microsoft.com/office/drawing/2014/main" id="{2726F226-2F7A-4B86-952B-827F45A5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41498" y="436275"/>
            <a:ext cx="4090800" cy="4090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965E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60">
            <a:extLst xmlns:a="http://schemas.openxmlformats.org/drawingml/2006/main">
              <a:ext uri="{FF2B5EF4-FFF2-40B4-BE49-F238E27FC236}">
                <a16:creationId xmlns:a16="http://schemas.microsoft.com/office/drawing/2014/main" id="{699C8EF2-5E96-4AA8-A789-EBA38BD3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902" y="436275"/>
            <a:ext cx="4090800" cy="4090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04E0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60">
            <a:extLst xmlns:a="http://schemas.openxmlformats.org/drawingml/2006/main">
              <a:ext uri="{FF2B5EF4-FFF2-40B4-BE49-F238E27FC236}">
                <a16:creationId xmlns:a16="http://schemas.microsoft.com/office/drawing/2014/main" id="{01127A7B-5A2D-4956-AAEA-D4BFD186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300" y="436275"/>
            <a:ext cx="4090800" cy="4090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FF405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60">
            <a:extLst xmlns:a="http://schemas.openxmlformats.org/drawingml/2006/main">
              <a:ext uri="{FF2B5EF4-FFF2-40B4-BE49-F238E27FC236}">
                <a16:creationId xmlns:a16="http://schemas.microsoft.com/office/drawing/2014/main" id="{BF7B4203-3E86-4E85-A187-5DF748BF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702" y="436275"/>
            <a:ext cx="4090800" cy="4090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00AA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60">
            <a:extLst xmlns:a="http://schemas.openxmlformats.org/drawingml/2006/main">
              <a:ext uri="{FF2B5EF4-FFF2-40B4-BE49-F238E27FC236}">
                <a16:creationId xmlns:a16="http://schemas.microsoft.com/office/drawing/2014/main" id="{135F053F-75A1-4766-9220-2F987789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0102" y="436275"/>
            <a:ext cx="4090800" cy="4090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A168F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60">
            <a:extLst xmlns:a="http://schemas.openxmlformats.org/drawingml/2006/main">
              <a:ext uri="{FF2B5EF4-FFF2-40B4-BE49-F238E27FC236}">
                <a16:creationId xmlns:a16="http://schemas.microsoft.com/office/drawing/2014/main" id="{D41B0A7E-D890-4F72-9017-C668B6F6C1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1875" y="633700"/>
            <a:ext cx="4130100" cy="5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Курсы растут,</a:t>
            </a:r>
          </a:p>
        </p:txBody>
      </p:sp>
      <p:sp>
        <p:nvSpPr>
          <p:cNvPr id="466" name="Google Shape;466;p60">
            <a:extLst xmlns:a="http://schemas.openxmlformats.org/drawingml/2006/main">
              <a:ext uri="{FF2B5EF4-FFF2-40B4-BE49-F238E27FC236}">
                <a16:creationId xmlns:a16="http://schemas.microsoft.com/office/drawing/2014/main" id="{169D052B-6D56-4710-90F5-0B6C46BFDD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7508" y="1209299"/>
            <a:ext cx="6861300" cy="5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а </a:t>
            </a:r>
            <a:r>
              <a:t>проверка</a:t>
            </a:r>
            <a:r>
              <a:t> </a:t>
            </a:r>
            <a:r>
              <a:t>остаётся</a:t>
            </a:r>
            <a:endParaRPr/>
          </a:p>
        </p:txBody>
      </p:sp>
      <p:sp>
        <p:nvSpPr>
          <p:cNvPr id="467" name="Google Shape;467;p60">
            <a:extLst xmlns:a="http://schemas.openxmlformats.org/drawingml/2006/main">
              <a:ext uri="{FF2B5EF4-FFF2-40B4-BE49-F238E27FC236}">
                <a16:creationId xmlns:a16="http://schemas.microsoft.com/office/drawing/2014/main" id="{5DB3CDE4-6E42-4536-A06A-314C27B1E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0000" y="1701400"/>
            <a:ext cx="7863530" cy="5909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вручную</a:t>
            </a:r>
            <a:r>
              <a:t> и в </a:t>
            </a:r>
            <a:r>
              <a:t>разных</a:t>
            </a:r>
            <a:r>
              <a:t> </a:t>
            </a:r>
            <a:r>
              <a:t>местах</a:t>
            </a:r>
            <a:endParaRPr/>
          </a:p>
        </p:txBody>
      </p:sp>
      <p:sp>
        <p:nvSpPr>
          <p:cNvPr id="468" name="Google Shape;468;p60">
            <a:extLst xmlns:a="http://schemas.openxmlformats.org/drawingml/2006/main">
              <a:ext uri="{FF2B5EF4-FFF2-40B4-BE49-F238E27FC236}">
                <a16:creationId xmlns:a16="http://schemas.microsoft.com/office/drawing/2014/main" id="{F2CCA69D-7D59-4E07-A153-2215748DEE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86751" y="2488902"/>
            <a:ext cx="6861300" cy="5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время экспертов</a:t>
            </a:r>
            <a:endParaRPr/>
          </a:p>
        </p:txBody>
      </p:sp>
      <p:sp>
        <p:nvSpPr>
          <p:cNvPr id="469" name="Google Shape;469;p60">
            <a:extLst xmlns:a="http://schemas.openxmlformats.org/drawingml/2006/main">
              <a:ext uri="{FF2B5EF4-FFF2-40B4-BE49-F238E27FC236}">
                <a16:creationId xmlns:a16="http://schemas.microsoft.com/office/drawing/2014/main" id="{0F02A161-C7C2-4A32-B6FD-D7F6B2696E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14951" y="3079902"/>
            <a:ext cx="4759498" cy="987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уходит</a:t>
            </a:r>
            <a:r>
              <a:t> </a:t>
            </a:r>
            <a:r>
              <a:t>на</a:t>
            </a:r>
            <a:r>
              <a:t> </a:t>
            </a:r>
            <a:r>
              <a:t>рутину</a:t>
            </a:r>
            <a:endParaRPr/>
          </a:p>
        </p:txBody>
      </p:sp>
      <p:sp>
        <p:nvSpPr>
          <p:cNvPr id="470" name="Google Shape;470;p60">
            <a:extLst xmlns:a="http://schemas.openxmlformats.org/drawingml/2006/main">
              <a:ext uri="{FF2B5EF4-FFF2-40B4-BE49-F238E27FC236}">
                <a16:creationId xmlns:a16="http://schemas.microsoft.com/office/drawing/2014/main" id="{CD83EEEB-0B4F-47C8-9943-B029D73F4C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06" y="499729"/>
            <a:ext cx="1372200" cy="323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STEPIK + GITHUB</a:t>
            </a:r>
          </a:p>
        </p:txBody>
      </p:sp>
      <p:sp>
        <p:nvSpPr>
          <p:cNvPr id="471" name="Google Shape;471;p60">
            <a:extLst xmlns:a="http://schemas.openxmlformats.org/drawingml/2006/main">
              <a:ext uri="{FF2B5EF4-FFF2-40B4-BE49-F238E27FC236}">
                <a16:creationId xmlns:a16="http://schemas.microsoft.com/office/drawing/2014/main" id="{742B00F7-B752-4EF5-BCFB-346473993B53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054835" y="4148281"/>
            <a:ext cx="1372200" cy="323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ТАБЛИЦЫ + ДОКИ</a:t>
            </a:r>
          </a:p>
        </p:txBody>
      </p:sp>
      <p:sp>
        <p:nvSpPr>
          <p:cNvPr id="472" name="Google Shape;472;p60">
            <a:extLst xmlns:a="http://schemas.openxmlformats.org/drawingml/2006/main">
              <a:ext uri="{FF2B5EF4-FFF2-40B4-BE49-F238E27FC236}">
                <a16:creationId xmlns:a16="http://schemas.microsoft.com/office/drawing/2014/main" id="{87DCAEE4-1C54-4206-8535-DEC49FAB219D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311304" y="450000"/>
            <a:ext cx="1372200" cy="323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РУЧНЫЕ ЧАТЫ</a:t>
            </a:r>
          </a:p>
        </p:txBody>
      </p:sp>
      <p:sp>
        <p:nvSpPr>
          <p:cNvPr id="473" name="Google Shape;473;p60">
            <a:extLst xmlns:a="http://schemas.openxmlformats.org/drawingml/2006/main">
              <a:ext uri="{FF2B5EF4-FFF2-40B4-BE49-F238E27FC236}">
                <a16:creationId xmlns:a16="http://schemas.microsoft.com/office/drawing/2014/main" id="{6A1B61C1-1D4E-4A67-9592-F9A2D1A50A02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2463" y="3518847"/>
            <a:ext cx="1372200" cy="463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нет</a:t>
            </a:r>
            <a:r>
              <a:rPr sz="8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 </a:t>
            </a:r>
            <a:r>
              <a:rPr sz="8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единого</a:t>
            </a:r>
            <a:br/>
            <a:r>
              <a:rPr sz="8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состояния</a:t>
            </a:r>
            <a:r>
              <a:rPr sz="8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 </a:t>
            </a:r>
            <a:r>
              <a:rPr sz="8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курса</a:t>
            </a:r>
            <a:endParaRPr sz="800">
              <a:solidFill>
                <a:schemeClr val="dk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74" name="Google Shape;474;p60">
            <a:extLst xmlns:a="http://schemas.openxmlformats.org/drawingml/2006/main">
              <a:ext uri="{FF2B5EF4-FFF2-40B4-BE49-F238E27FC236}">
                <a16:creationId xmlns:a16="http://schemas.microsoft.com/office/drawing/2014/main" id="{E0C61384-31A2-48EB-821B-CC0825E9FF96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025039" y="3867865"/>
            <a:ext cx="1372200" cy="603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сложно</a:t>
            </a:r>
            <a:r>
              <a:rPr sz="8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 </a:t>
            </a:r>
            <a:r>
              <a:rPr sz="8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масштабировать</a:t>
            </a:r>
            <a:br/>
            <a:r>
              <a:rPr sz="8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единый</a:t>
            </a:r>
            <a:r>
              <a:rPr sz="8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 </a:t>
            </a:r>
            <a:r>
              <a:rPr sz="8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процесс</a:t>
            </a:r>
            <a:endParaRPr sz="800">
              <a:solidFill>
                <a:schemeClr val="dk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75" name="Google Shape;475;p60">
            <a:extLst xmlns:a="http://schemas.openxmlformats.org/drawingml/2006/main">
              <a:ext uri="{FF2B5EF4-FFF2-40B4-BE49-F238E27FC236}">
                <a16:creationId xmlns:a16="http://schemas.microsoft.com/office/drawing/2014/main" id="{E65309DA-395F-4DCF-BD78-81D82D0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25" y="4693500"/>
            <a:ext cx="20661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AI REVIEWER</a:t>
            </a:r>
          </a:p>
        </p:txBody>
      </p:sp>
      <p:sp>
        <p:nvSpPr>
          <p:cNvPr id="476" name="Google Shape;476;p60">
            <a:extLst xmlns:a="http://schemas.openxmlformats.org/drawingml/2006/main">
              <a:ext uri="{FF2B5EF4-FFF2-40B4-BE49-F238E27FC236}">
                <a16:creationId xmlns:a16="http://schemas.microsoft.com/office/drawing/2014/main" id="{3722E3D1-AFE9-42A8-9B1A-16660F21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300" y="4693500"/>
            <a:ext cx="8277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AVITO</a:t>
            </a:r>
          </a:p>
        </p:txBody>
      </p:sp>
    </p:spTree>
    <p:extLst>
      <p:ext uri="{BB962C8B-B14F-4D97-AF65-F5344CB8AC3E}">
        <p14:creationId xmlns:p14="http://schemas.microsoft.com/office/powerpoint/2010/main" val="19559685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2" name="Google Shape;702;p84">
            <a:extLst xmlns:a="http://schemas.openxmlformats.org/drawingml/2006/main">
              <a:ext uri="{FF2B5EF4-FFF2-40B4-BE49-F238E27FC236}">
                <a16:creationId xmlns:a16="http://schemas.microsoft.com/office/drawing/2014/main" id="{400828A9-6BF4-47F7-9AFC-3EC8AAEE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" y="1287413"/>
            <a:ext cx="2703600" cy="32397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03" name="Google Shape;703;p84">
            <a:extLst xmlns:a="http://schemas.openxmlformats.org/drawingml/2006/main">
              <a:ext uri="{FF2B5EF4-FFF2-40B4-BE49-F238E27FC236}">
                <a16:creationId xmlns:a16="http://schemas.microsoft.com/office/drawing/2014/main" id="{34283709-D754-46B3-BA93-DAC0D1766A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2725" y="1372909"/>
            <a:ext cx="2463600" cy="14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Методист
видит поток, сроки
и исключения</a:t>
            </a:r>
          </a:p>
        </p:txBody>
      </p:sp>
      <p:sp>
        <p:nvSpPr>
          <p:cNvPr id="704" name="Google Shape;704;p84">
            <a:extLst xmlns:a="http://schemas.openxmlformats.org/drawingml/2006/main">
              <a:ext uri="{FF2B5EF4-FFF2-40B4-BE49-F238E27FC236}">
                <a16:creationId xmlns:a16="http://schemas.microsoft.com/office/drawing/2014/main" id="{4F074F4A-650A-40C6-88A2-76A1DE08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200" y="1287413"/>
            <a:ext cx="2703600" cy="32397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05" name="Google Shape;705;p84">
            <a:extLst xmlns:a="http://schemas.openxmlformats.org/drawingml/2006/main">
              <a:ext uri="{FF2B5EF4-FFF2-40B4-BE49-F238E27FC236}">
                <a16:creationId xmlns:a16="http://schemas.microsoft.com/office/drawing/2014/main" id="{05D6D5D7-08C4-4F36-99E6-55E6F8108544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352925" y="1372909"/>
            <a:ext cx="2463600" cy="14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Ревьюер
получает готовый разбор
и проверяет спорное</a:t>
            </a:r>
          </a:p>
        </p:txBody>
      </p:sp>
      <p:sp>
        <p:nvSpPr>
          <p:cNvPr id="706" name="Google Shape;706;p84">
            <a:extLst xmlns:a="http://schemas.openxmlformats.org/drawingml/2006/main">
              <a:ext uri="{FF2B5EF4-FFF2-40B4-BE49-F238E27FC236}">
                <a16:creationId xmlns:a16="http://schemas.microsoft.com/office/drawing/2014/main" id="{81072A3C-8089-414B-9FBE-A04EABD1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400" y="1287413"/>
            <a:ext cx="2703600" cy="32397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07" name="Google Shape;707;p84">
            <a:extLst xmlns:a="http://schemas.openxmlformats.org/drawingml/2006/main">
              <a:ext uri="{FF2B5EF4-FFF2-40B4-BE49-F238E27FC236}">
                <a16:creationId xmlns:a16="http://schemas.microsoft.com/office/drawing/2014/main" id="{7ECC7A8D-8F19-49EF-8603-F264485A7161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123125" y="1372909"/>
            <a:ext cx="2463600" cy="14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Студент
сдаёт GitHub-ссылку
и видит результат</a:t>
            </a:r>
          </a:p>
        </p:txBody>
      </p:sp>
      <p:sp>
        <p:nvSpPr>
          <p:cNvPr id="708" name="Google Shape;708;p84">
            <a:extLst xmlns:a="http://schemas.openxmlformats.org/drawingml/2006/main">
              <a:ext uri="{FF2B5EF4-FFF2-40B4-BE49-F238E27FC236}">
                <a16:creationId xmlns:a16="http://schemas.microsoft.com/office/drawing/2014/main" id="{98B6A681-FF48-41C7-9D23-62DE499EB796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582725" y="3498775"/>
            <a:ext cx="2457000" cy="95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01</a:t>
            </a:r>
          </a:p>
        </p:txBody>
      </p:sp>
      <p:sp>
        <p:nvSpPr>
          <p:cNvPr id="709" name="Google Shape;709;p84">
            <a:extLst xmlns:a="http://schemas.openxmlformats.org/drawingml/2006/main">
              <a:ext uri="{FF2B5EF4-FFF2-40B4-BE49-F238E27FC236}">
                <a16:creationId xmlns:a16="http://schemas.microsoft.com/office/drawing/2014/main" id="{DED50D43-ACB4-41E3-B49F-C5C47DDBFD58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3343500" y="3498775"/>
            <a:ext cx="2457000" cy="95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02</a:t>
            </a:r>
          </a:p>
        </p:txBody>
      </p:sp>
      <p:sp>
        <p:nvSpPr>
          <p:cNvPr id="710" name="Google Shape;710;p84">
            <a:extLst xmlns:a="http://schemas.openxmlformats.org/drawingml/2006/main">
              <a:ext uri="{FF2B5EF4-FFF2-40B4-BE49-F238E27FC236}">
                <a16:creationId xmlns:a16="http://schemas.microsoft.com/office/drawing/2014/main" id="{1597FFA2-9B75-44BA-B8A4-162A4163C160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6104275" y="3498775"/>
            <a:ext cx="2457000" cy="95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03</a:t>
            </a:r>
          </a:p>
        </p:txBody>
      </p:sp>
      <p:sp>
        <p:nvSpPr>
          <p:cNvPr id="711" name="Google Shape;711;p84">
            <a:extLst xmlns:a="http://schemas.openxmlformats.org/drawingml/2006/main">
              <a:ext uri="{FF2B5EF4-FFF2-40B4-BE49-F238E27FC236}">
                <a16:creationId xmlns:a16="http://schemas.microsoft.com/office/drawing/2014/main" id="{40C911C5-B718-454E-A593-C6630DA7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25" y="4693500"/>
            <a:ext cx="20661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AI REVIEWER</a:t>
            </a:r>
          </a:p>
        </p:txBody>
      </p:sp>
      <p:sp>
        <p:nvSpPr>
          <p:cNvPr id="712" name="Google Shape;712;p84">
            <a:extLst xmlns:a="http://schemas.openxmlformats.org/drawingml/2006/main">
              <a:ext uri="{FF2B5EF4-FFF2-40B4-BE49-F238E27FC236}">
                <a16:creationId xmlns:a16="http://schemas.microsoft.com/office/drawing/2014/main" id="{6A000222-F31A-4655-BA61-8510FE11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300" y="4693500"/>
            <a:ext cx="8277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AVITO</a:t>
            </a:r>
          </a:p>
        </p:txBody>
      </p:sp>
      <p:sp>
        <p:nvSpPr>
          <p:cNvPr id="713" name="Google Shape;713;p84">
            <a:extLst xmlns:a="http://schemas.openxmlformats.org/drawingml/2006/main">
              <a:ext uri="{FF2B5EF4-FFF2-40B4-BE49-F238E27FC236}">
                <a16:creationId xmlns:a16="http://schemas.microsoft.com/office/drawing/2014/main" id="{30664CBD-1875-48FA-90A2-4C115AC643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8050" y="450000"/>
            <a:ext cx="5490900" cy="67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Три роли - одна система</a:t>
            </a:r>
          </a:p>
        </p:txBody>
      </p:sp>
    </p:spTree>
    <p:extLst>
      <p:ext uri="{BB962C8B-B14F-4D97-AF65-F5344CB8AC3E}">
        <p14:creationId xmlns:p14="http://schemas.microsoft.com/office/powerpoint/2010/main" val="3131787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2" name="Google Shape;512;p65">
            <a:extLst xmlns:a="http://schemas.openxmlformats.org/drawingml/2006/main">
              <a:ext uri="{FF2B5EF4-FFF2-40B4-BE49-F238E27FC236}">
                <a16:creationId xmlns:a16="http://schemas.microsoft.com/office/drawing/2014/main" id="{9AAB7EDC-2188-4E55-ABAD-F4457EBCC6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34398" y="1828523"/>
            <a:ext cx="5493000" cy="151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 </a:t>
            </a:r>
            <a:r>
              <a:t>забирает</a:t>
            </a:r>
            <a:r>
              <a:t> </a:t>
            </a:r>
            <a:r>
              <a:t>рутину</a:t>
            </a:r>
            <a:r>
              <a:t>,
</a:t>
            </a:r>
            <a:r>
              <a:t>человек</a:t>
            </a:r>
            <a:r>
              <a:t> </a:t>
            </a:r>
            <a:r>
              <a:t>сохраняет</a:t>
            </a:r>
            <a:r>
              <a:t> </a:t>
            </a:r>
            <a:r>
              <a:t>контроль</a:t>
            </a:r>
            <a:r>
              <a:t>,
</a:t>
            </a:r>
            <a:r>
              <a:t>курс</a:t>
            </a:r>
            <a:r>
              <a:t> </a:t>
            </a:r>
            <a:r>
              <a:t>улучшается</a:t>
            </a:r>
            <a:r>
              <a:t> </a:t>
            </a:r>
            <a:r>
              <a:t>на</a:t>
            </a:r>
            <a:r>
              <a:t> </a:t>
            </a:r>
            <a:r>
              <a:t>данных</a:t>
            </a:r>
            <a:endParaRPr/>
          </a:p>
        </p:txBody>
      </p:sp>
      <p:sp>
        <p:nvSpPr>
          <p:cNvPr id="513" name="Google Shape;513;p65">
            <a:extLst xmlns:a="http://schemas.openxmlformats.org/drawingml/2006/main">
              <a:ext uri="{FF2B5EF4-FFF2-40B4-BE49-F238E27FC236}">
                <a16:creationId xmlns:a16="http://schemas.microsoft.com/office/drawing/2014/main" id="{568B9018-39BC-4024-A7CC-CF6F1050BF90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442225" y="2493431"/>
            <a:ext cx="2738700" cy="62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Гипотеза</a:t>
            </a:r>
            <a:endParaRPr/>
          </a:p>
        </p:txBody>
      </p:sp>
      <p:sp>
        <p:nvSpPr>
          <p:cNvPr id="514" name="Google Shape;514;p65">
            <a:extLst xmlns:a="http://schemas.openxmlformats.org/drawingml/2006/main">
              <a:ext uri="{FF2B5EF4-FFF2-40B4-BE49-F238E27FC236}">
                <a16:creationId xmlns:a16="http://schemas.microsoft.com/office/drawing/2014/main" id="{CE84DD6B-9654-4413-AF1E-9F20B6FA1F2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94503" y="450000"/>
            <a:ext cx="2066100" cy="36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AVITO AI REVIEWER</a:t>
            </a:r>
          </a:p>
        </p:txBody>
      </p:sp>
      <p:sp>
        <p:nvSpPr>
          <p:cNvPr id="515" name="Google Shape;515;p65">
            <a:extLst xmlns:a="http://schemas.openxmlformats.org/drawingml/2006/main">
              <a:ext uri="{FF2B5EF4-FFF2-40B4-BE49-F238E27FC236}">
                <a16:creationId xmlns:a16="http://schemas.microsoft.com/office/drawing/2014/main" id="{27A014D5-2BB9-4366-A9A2-ED84C6BA4F9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5252898" y="450000"/>
            <a:ext cx="3441000" cy="51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Data Science + GitHub
human-in-the-loop</a:t>
            </a:r>
          </a:p>
        </p:txBody>
      </p:sp>
      <p:sp>
        <p:nvSpPr>
          <p:cNvPr id="516" name="Google Shape;516;p65">
            <a:extLst xmlns:a="http://schemas.openxmlformats.org/drawingml/2006/main">
              <a:ext uri="{FF2B5EF4-FFF2-40B4-BE49-F238E27FC236}">
                <a16:creationId xmlns:a16="http://schemas.microsoft.com/office/drawing/2014/main" id="{CD4DE019-A40C-4DA7-8B9A-D568A65B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25" y="4693500"/>
            <a:ext cx="20661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AI REVIEWER</a:t>
            </a:r>
          </a:p>
        </p:txBody>
      </p:sp>
      <p:sp>
        <p:nvSpPr>
          <p:cNvPr id="517" name="Google Shape;517;p65">
            <a:extLst xmlns:a="http://schemas.openxmlformats.org/drawingml/2006/main">
              <a:ext uri="{FF2B5EF4-FFF2-40B4-BE49-F238E27FC236}">
                <a16:creationId xmlns:a16="http://schemas.microsoft.com/office/drawing/2014/main" id="{AB4C3D3D-1E25-45F4-AE68-6A5525F0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300" y="4693500"/>
            <a:ext cx="8277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AVITO</a:t>
            </a:r>
          </a:p>
        </p:txBody>
      </p:sp>
    </p:spTree>
    <p:extLst>
      <p:ext uri="{BB962C8B-B14F-4D97-AF65-F5344CB8AC3E}">
        <p14:creationId xmlns:p14="http://schemas.microsoft.com/office/powerpoint/2010/main" val="10318468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8" name="Google Shape;718;p85">
            <a:extLst xmlns:a="http://schemas.openxmlformats.org/drawingml/2006/main">
              <a:ext uri="{FF2B5EF4-FFF2-40B4-BE49-F238E27FC236}">
                <a16:creationId xmlns:a16="http://schemas.microsoft.com/office/drawing/2014/main" id="{17768E3D-3313-4DA0-B80A-1540297386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1874" y="450000"/>
            <a:ext cx="7105145" cy="62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Пять модулей — один цикл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19" name="Google Shape;719;p85">
            <a:extLst xmlns:a="http://schemas.openxmlformats.org/drawingml/2006/main">
              <a:ext uri="{FF2B5EF4-FFF2-40B4-BE49-F238E27FC236}">
                <a16:creationId xmlns:a16="http://schemas.microsoft.com/office/drawing/2014/main" id="{1F470E3C-7457-408A-BFD0-F28D4E79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" y="4016750"/>
            <a:ext cx="8244000" cy="500700"/>
          </a:xfrm>
          <a:prstGeom xmlns:a="http://schemas.openxmlformats.org/drawingml/2006/main" prst="roundRect">
            <a:avLst>
              <a:gd name="adj" fmla="val 28001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Каждая проверка создаёт данные для улучшения следующего потока</a:t>
            </a:r>
          </a:p>
        </p:txBody>
      </p:sp>
      <p:sp>
        <p:nvSpPr>
          <p:cNvPr id="720" name="Google Shape;720;p85">
            <a:extLst xmlns:a="http://schemas.openxmlformats.org/drawingml/2006/main">
              <a:ext uri="{FF2B5EF4-FFF2-40B4-BE49-F238E27FC236}">
                <a16:creationId xmlns:a16="http://schemas.microsoft.com/office/drawing/2014/main" id="{C705006B-93E0-483B-8232-A8C52047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" y="3450550"/>
            <a:ext cx="2705700" cy="500700"/>
          </a:xfrm>
          <a:prstGeom xmlns:a="http://schemas.openxmlformats.org/drawingml/2006/main" prst="roundRect">
            <a:avLst>
              <a:gd name="adj" fmla="val 28001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 Проверка понимания</a:t>
            </a:r>
          </a:p>
        </p:txBody>
      </p:sp>
      <p:sp>
        <p:nvSpPr>
          <p:cNvPr id="721" name="Google Shape;721;p85">
            <a:extLst xmlns:a="http://schemas.openxmlformats.org/drawingml/2006/main">
              <a:ext uri="{FF2B5EF4-FFF2-40B4-BE49-F238E27FC236}">
                <a16:creationId xmlns:a16="http://schemas.microsoft.com/office/drawing/2014/main" id="{8EB0FAE6-00FB-48A1-B135-4A3DD0BB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150" y="3450550"/>
            <a:ext cx="2705700" cy="500700"/>
          </a:xfrm>
          <a:prstGeom xmlns:a="http://schemas.openxmlformats.org/drawingml/2006/main" prst="roundRect">
            <a:avLst>
              <a:gd name="adj" fmla="val 28001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 Конструктор заданий</a:t>
            </a:r>
          </a:p>
        </p:txBody>
      </p:sp>
      <p:sp>
        <p:nvSpPr>
          <p:cNvPr id="722" name="Google Shape;722;p85">
            <a:extLst xmlns:a="http://schemas.openxmlformats.org/drawingml/2006/main">
              <a:ext uri="{FF2B5EF4-FFF2-40B4-BE49-F238E27FC236}">
                <a16:creationId xmlns:a16="http://schemas.microsoft.com/office/drawing/2014/main" id="{38AC9AD6-646D-4E62-8E39-0E063F80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300" y="3450550"/>
            <a:ext cx="2705700" cy="500700"/>
          </a:xfrm>
          <a:prstGeom xmlns:a="http://schemas.openxmlformats.org/drawingml/2006/main" prst="roundRect">
            <a:avLst>
              <a:gd name="adj" fmla="val 28001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5. Аналитика курса</a:t>
            </a:r>
          </a:p>
        </p:txBody>
      </p:sp>
      <p:sp>
        <p:nvSpPr>
          <p:cNvPr id="723" name="Google Shape;723;p85">
            <a:extLst xmlns:a="http://schemas.openxmlformats.org/drawingml/2006/main">
              <a:ext uri="{FF2B5EF4-FFF2-40B4-BE49-F238E27FC236}">
                <a16:creationId xmlns:a16="http://schemas.microsoft.com/office/drawing/2014/main" id="{609F1F8E-B1F2-4730-9253-78839FE9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" y="2884350"/>
            <a:ext cx="8244000" cy="500700"/>
          </a:xfrm>
          <a:prstGeom xmlns:a="http://schemas.openxmlformats.org/drawingml/2006/main" prst="roundRect">
            <a:avLst>
              <a:gd name="adj" fmla="val 28001"/>
            </a:avLst>
          </a:prstGeom>
          <a:solidFill xmlns:a="http://schemas.openxmlformats.org/drawingml/2006/main">
            <a:srgbClr val="34343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lt1"/>
                </a:solidFill>
                <a:latin typeface="Manrope Medium"/>
                <a:ea typeface="Manrope Medium"/>
                <a:cs typeface="Manrope Medium"/>
              </a:rPr>
              <a:t>Человек принимает итоговое решение</a:t>
            </a:r>
          </a:p>
        </p:txBody>
      </p:sp>
      <p:sp>
        <p:nvSpPr>
          <p:cNvPr id="724" name="Google Shape;724;p85">
            <a:extLst xmlns:a="http://schemas.openxmlformats.org/drawingml/2006/main">
              <a:ext uri="{FF2B5EF4-FFF2-40B4-BE49-F238E27FC236}">
                <a16:creationId xmlns:a16="http://schemas.microsoft.com/office/drawing/2014/main" id="{178CD985-3C3E-49B4-8CB1-C02543B9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" y="2318150"/>
            <a:ext cx="8244000" cy="500700"/>
          </a:xfrm>
          <a:prstGeom xmlns:a="http://schemas.openxmlformats.org/drawingml/2006/main" prst="roundRect">
            <a:avLst>
              <a:gd name="adj" fmla="val 28001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 AI Review: оценка и фидбэк</a:t>
            </a:r>
          </a:p>
        </p:txBody>
      </p:sp>
      <p:sp>
        <p:nvSpPr>
          <p:cNvPr id="725" name="Google Shape;725;p85">
            <a:extLst xmlns:a="http://schemas.openxmlformats.org/drawingml/2006/main">
              <a:ext uri="{FF2B5EF4-FFF2-40B4-BE49-F238E27FC236}">
                <a16:creationId xmlns:a16="http://schemas.microsoft.com/office/drawing/2014/main" id="{86448DA0-F2F3-4201-939E-6802E224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" y="1751950"/>
            <a:ext cx="8244000" cy="500700"/>
          </a:xfrm>
          <a:prstGeom xmlns:a="http://schemas.openxmlformats.org/drawingml/2006/main" prst="roundRect">
            <a:avLst>
              <a:gd name="adj" fmla="val 28001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 Единый кабинет и распределение</a:t>
            </a:r>
          </a:p>
        </p:txBody>
      </p:sp>
      <p:sp>
        <p:nvSpPr>
          <p:cNvPr id="726" name="Google Shape;726;p85">
            <a:extLst xmlns:a="http://schemas.openxmlformats.org/drawingml/2006/main">
              <a:ext uri="{FF2B5EF4-FFF2-40B4-BE49-F238E27FC236}">
                <a16:creationId xmlns:a16="http://schemas.microsoft.com/office/drawing/2014/main" id="{A2872718-67BE-4DA9-85F0-34FE5857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" y="1185750"/>
            <a:ext cx="1588800" cy="500700"/>
          </a:xfrm>
          <a:prstGeom xmlns:a="http://schemas.openxmlformats.org/drawingml/2006/main" prst="roundRect">
            <a:avLst>
              <a:gd name="adj" fmla="val 28001"/>
            </a:avLst>
          </a:prstGeom>
          <a:solidFill xmlns:a="http://schemas.openxmlformats.org/drawingml/2006/main">
            <a:srgbClr val="DAF7D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Сдача</a:t>
            </a:r>
          </a:p>
        </p:txBody>
      </p:sp>
      <p:sp>
        <p:nvSpPr>
          <p:cNvPr id="727" name="Google Shape;727;p85">
            <a:extLst xmlns:a="http://schemas.openxmlformats.org/drawingml/2006/main">
              <a:ext uri="{FF2B5EF4-FFF2-40B4-BE49-F238E27FC236}">
                <a16:creationId xmlns:a16="http://schemas.microsoft.com/office/drawing/2014/main" id="{16D68445-9853-41CB-8A1F-B6A23B28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803" y="1185750"/>
            <a:ext cx="1588800" cy="500700"/>
          </a:xfrm>
          <a:prstGeom xmlns:a="http://schemas.openxmlformats.org/drawingml/2006/main" prst="roundRect">
            <a:avLst>
              <a:gd name="adj" fmla="val 28001"/>
            </a:avLst>
          </a:prstGeom>
          <a:solidFill xmlns:a="http://schemas.openxmlformats.org/drawingml/2006/main">
            <a:srgbClr val="DAF7D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Очередь</a:t>
            </a:r>
          </a:p>
        </p:txBody>
      </p:sp>
      <p:sp>
        <p:nvSpPr>
          <p:cNvPr id="728" name="Google Shape;728;p85">
            <a:extLst xmlns:a="http://schemas.openxmlformats.org/drawingml/2006/main">
              <a:ext uri="{FF2B5EF4-FFF2-40B4-BE49-F238E27FC236}">
                <a16:creationId xmlns:a16="http://schemas.microsoft.com/office/drawing/2014/main" id="{7B3D9C71-FD27-4A10-A299-B61CFDE3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606" y="1185750"/>
            <a:ext cx="1588800" cy="500700"/>
          </a:xfrm>
          <a:prstGeom xmlns:a="http://schemas.openxmlformats.org/drawingml/2006/main" prst="roundRect">
            <a:avLst>
              <a:gd name="adj" fmla="val 28001"/>
            </a:avLst>
          </a:prstGeom>
          <a:solidFill xmlns:a="http://schemas.openxmlformats.org/drawingml/2006/main">
            <a:srgbClr val="DAF7D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AI Review</a:t>
            </a:r>
          </a:p>
        </p:txBody>
      </p:sp>
      <p:sp>
        <p:nvSpPr>
          <p:cNvPr id="729" name="Google Shape;729;p85">
            <a:extLst xmlns:a="http://schemas.openxmlformats.org/drawingml/2006/main">
              <a:ext uri="{FF2B5EF4-FFF2-40B4-BE49-F238E27FC236}">
                <a16:creationId xmlns:a16="http://schemas.microsoft.com/office/drawing/2014/main" id="{160C66AF-E5F6-491D-BCA4-2B15C9F9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408" y="1185750"/>
            <a:ext cx="1588800" cy="500700"/>
          </a:xfrm>
          <a:prstGeom xmlns:a="http://schemas.openxmlformats.org/drawingml/2006/main" prst="roundRect">
            <a:avLst>
              <a:gd name="adj" fmla="val 28001"/>
            </a:avLst>
          </a:prstGeom>
          <a:solidFill xmlns:a="http://schemas.openxmlformats.org/drawingml/2006/main">
            <a:srgbClr val="DAF7D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Контроль</a:t>
            </a:r>
          </a:p>
        </p:txBody>
      </p:sp>
      <p:sp>
        <p:nvSpPr>
          <p:cNvPr id="730" name="Google Shape;730;p85">
            <a:extLst xmlns:a="http://schemas.openxmlformats.org/drawingml/2006/main">
              <a:ext uri="{FF2B5EF4-FFF2-40B4-BE49-F238E27FC236}">
                <a16:creationId xmlns:a16="http://schemas.microsoft.com/office/drawing/2014/main" id="{43F3103A-9BC7-4637-989A-222294BB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211" y="1185750"/>
            <a:ext cx="1588800" cy="500700"/>
          </a:xfrm>
          <a:prstGeom xmlns:a="http://schemas.openxmlformats.org/drawingml/2006/main" prst="roundRect">
            <a:avLst>
              <a:gd name="adj" fmla="val 28001"/>
            </a:avLst>
          </a:prstGeom>
          <a:solidFill xmlns:a="http://schemas.openxmlformats.org/drawingml/2006/main">
            <a:srgbClr val="DAF7D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Результат</a:t>
            </a:r>
          </a:p>
        </p:txBody>
      </p:sp>
      <p:sp>
        <p:nvSpPr>
          <p:cNvPr id="731" name="Google Shape;731;p85">
            <a:extLst xmlns:a="http://schemas.openxmlformats.org/drawingml/2006/main">
              <a:ext uri="{FF2B5EF4-FFF2-40B4-BE49-F238E27FC236}">
                <a16:creationId xmlns:a16="http://schemas.microsoft.com/office/drawing/2014/main" id="{8C90D2BF-61ED-4FF4-8210-615BAC17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25" y="4693500"/>
            <a:ext cx="20661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AI REVIEWER</a:t>
            </a:r>
          </a:p>
        </p:txBody>
      </p:sp>
      <p:sp>
        <p:nvSpPr>
          <p:cNvPr id="732" name="Google Shape;732;p85">
            <a:extLst xmlns:a="http://schemas.openxmlformats.org/drawingml/2006/main">
              <a:ext uri="{FF2B5EF4-FFF2-40B4-BE49-F238E27FC236}">
                <a16:creationId xmlns:a16="http://schemas.microsoft.com/office/drawing/2014/main" id="{74E37155-EF8E-41F9-A190-E8E56E81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300" y="4693500"/>
            <a:ext cx="8277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AVITO</a:t>
            </a:r>
          </a:p>
        </p:txBody>
      </p:sp>
    </p:spTree>
    <p:extLst>
      <p:ext uri="{BB962C8B-B14F-4D97-AF65-F5344CB8AC3E}">
        <p14:creationId xmlns:p14="http://schemas.microsoft.com/office/powerpoint/2010/main" val="5945273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2" name="Google Shape;702;p84">
            <a:extLst xmlns:a="http://schemas.openxmlformats.org/drawingml/2006/main">
              <a:ext uri="{FF2B5EF4-FFF2-40B4-BE49-F238E27FC236}">
                <a16:creationId xmlns:a16="http://schemas.microsoft.com/office/drawing/2014/main" id="{400828A9-6BF4-47F7-9AFC-3EC8AAEE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" y="1287413"/>
            <a:ext cx="2703600" cy="32397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03" name="Google Shape;703;p84">
            <a:extLst xmlns:a="http://schemas.openxmlformats.org/drawingml/2006/main">
              <a:ext uri="{FF2B5EF4-FFF2-40B4-BE49-F238E27FC236}">
                <a16:creationId xmlns:a16="http://schemas.microsoft.com/office/drawing/2014/main" id="{34283709-D754-46B3-BA93-DAC0D1766A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2725" y="1372909"/>
            <a:ext cx="2463600" cy="14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Методист
видит поток, сроки,
загрузку и исключения</a:t>
            </a:r>
          </a:p>
        </p:txBody>
      </p:sp>
      <p:sp>
        <p:nvSpPr>
          <p:cNvPr id="704" name="Google Shape;704;p84">
            <a:extLst xmlns:a="http://schemas.openxmlformats.org/drawingml/2006/main">
              <a:ext uri="{FF2B5EF4-FFF2-40B4-BE49-F238E27FC236}">
                <a16:creationId xmlns:a16="http://schemas.microsoft.com/office/drawing/2014/main" id="{4F074F4A-650A-40C6-88A2-76A1DE08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200" y="1287413"/>
            <a:ext cx="2703600" cy="32397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05" name="Google Shape;705;p84">
            <a:extLst xmlns:a="http://schemas.openxmlformats.org/drawingml/2006/main">
              <a:ext uri="{FF2B5EF4-FFF2-40B4-BE49-F238E27FC236}">
                <a16:creationId xmlns:a16="http://schemas.microsoft.com/office/drawing/2014/main" id="{05D6D5D7-08C4-4F36-99E6-55E6F8108544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352925" y="1372909"/>
            <a:ext cx="2463600" cy="14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Ревьюер
получает очередь работ
по загрузке и профилю</a:t>
            </a:r>
          </a:p>
        </p:txBody>
      </p:sp>
      <p:sp>
        <p:nvSpPr>
          <p:cNvPr id="706" name="Google Shape;706;p84">
            <a:extLst xmlns:a="http://schemas.openxmlformats.org/drawingml/2006/main">
              <a:ext uri="{FF2B5EF4-FFF2-40B4-BE49-F238E27FC236}">
                <a16:creationId xmlns:a16="http://schemas.microsoft.com/office/drawing/2014/main" id="{81072A3C-8089-414B-9FBE-A04EABD1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400" y="1287413"/>
            <a:ext cx="2703600" cy="32397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07" name="Google Shape;707;p84">
            <a:extLst xmlns:a="http://schemas.openxmlformats.org/drawingml/2006/main">
              <a:ext uri="{FF2B5EF4-FFF2-40B4-BE49-F238E27FC236}">
                <a16:creationId xmlns:a16="http://schemas.microsoft.com/office/drawing/2014/main" id="{7ECC7A8D-8F19-49EF-8603-F264485A7161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123125" y="1372909"/>
            <a:ext cx="2463600" cy="14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Студент
сдаёт GitHub-ссылку
и видит статус</a:t>
            </a:r>
          </a:p>
        </p:txBody>
      </p:sp>
      <p:sp>
        <p:nvSpPr>
          <p:cNvPr id="708" name="Google Shape;708;p84">
            <a:extLst xmlns:a="http://schemas.openxmlformats.org/drawingml/2006/main">
              <a:ext uri="{FF2B5EF4-FFF2-40B4-BE49-F238E27FC236}">
                <a16:creationId xmlns:a16="http://schemas.microsoft.com/office/drawing/2014/main" id="{98B6A681-FF48-41C7-9D23-62DE499EB796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582725" y="3498775"/>
            <a:ext cx="2457000" cy="95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01</a:t>
            </a:r>
          </a:p>
        </p:txBody>
      </p:sp>
      <p:sp>
        <p:nvSpPr>
          <p:cNvPr id="709" name="Google Shape;709;p84">
            <a:extLst xmlns:a="http://schemas.openxmlformats.org/drawingml/2006/main">
              <a:ext uri="{FF2B5EF4-FFF2-40B4-BE49-F238E27FC236}">
                <a16:creationId xmlns:a16="http://schemas.microsoft.com/office/drawing/2014/main" id="{DED50D43-ACB4-41E3-B49F-C5C47DDBFD58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3343500" y="3498775"/>
            <a:ext cx="2457000" cy="95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02</a:t>
            </a:r>
          </a:p>
        </p:txBody>
      </p:sp>
      <p:sp>
        <p:nvSpPr>
          <p:cNvPr id="710" name="Google Shape;710;p84">
            <a:extLst xmlns:a="http://schemas.openxmlformats.org/drawingml/2006/main">
              <a:ext uri="{FF2B5EF4-FFF2-40B4-BE49-F238E27FC236}">
                <a16:creationId xmlns:a16="http://schemas.microsoft.com/office/drawing/2014/main" id="{1597FFA2-9B75-44BA-B8A4-162A4163C160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6104275" y="3498775"/>
            <a:ext cx="2457000" cy="95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03</a:t>
            </a:r>
          </a:p>
        </p:txBody>
      </p:sp>
      <p:sp>
        <p:nvSpPr>
          <p:cNvPr id="711" name="Google Shape;711;p84">
            <a:extLst xmlns:a="http://schemas.openxmlformats.org/drawingml/2006/main">
              <a:ext uri="{FF2B5EF4-FFF2-40B4-BE49-F238E27FC236}">
                <a16:creationId xmlns:a16="http://schemas.microsoft.com/office/drawing/2014/main" id="{40C911C5-B718-454E-A593-C6630DA7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25" y="4693500"/>
            <a:ext cx="20661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AI REVIEWER</a:t>
            </a:r>
          </a:p>
        </p:txBody>
      </p:sp>
      <p:sp>
        <p:nvSpPr>
          <p:cNvPr id="712" name="Google Shape;712;p84">
            <a:extLst xmlns:a="http://schemas.openxmlformats.org/drawingml/2006/main">
              <a:ext uri="{FF2B5EF4-FFF2-40B4-BE49-F238E27FC236}">
                <a16:creationId xmlns:a16="http://schemas.microsoft.com/office/drawing/2014/main" id="{6A000222-F31A-4655-BA61-8510FE11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300" y="4693500"/>
            <a:ext cx="8277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AVITO</a:t>
            </a:r>
          </a:p>
        </p:txBody>
      </p:sp>
      <p:sp>
        <p:nvSpPr>
          <p:cNvPr id="713" name="Google Shape;713;p84">
            <a:extLst xmlns:a="http://schemas.openxmlformats.org/drawingml/2006/main">
              <a:ext uri="{FF2B5EF4-FFF2-40B4-BE49-F238E27FC236}">
                <a16:creationId xmlns:a16="http://schemas.microsoft.com/office/drawing/2014/main" id="{30664CBD-1875-48FA-90A2-4C115AC643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8050" y="450000"/>
            <a:ext cx="5490900" cy="67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Всё — в одном кабинете</a:t>
            </a:r>
          </a:p>
        </p:txBody>
      </p:sp>
    </p:spTree>
    <p:extLst>
      <p:ext uri="{BB962C8B-B14F-4D97-AF65-F5344CB8AC3E}">
        <p14:creationId xmlns:p14="http://schemas.microsoft.com/office/powerpoint/2010/main" val="3131787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2" name="Google Shape;702;p84">
            <a:extLst xmlns:a="http://schemas.openxmlformats.org/drawingml/2006/main">
              <a:ext uri="{FF2B5EF4-FFF2-40B4-BE49-F238E27FC236}">
                <a16:creationId xmlns:a16="http://schemas.microsoft.com/office/drawing/2014/main" id="{400828A9-6BF4-47F7-9AFC-3EC8AAEE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" y="1287413"/>
            <a:ext cx="2703600" cy="32397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03" name="Google Shape;703;p84">
            <a:extLst xmlns:a="http://schemas.openxmlformats.org/drawingml/2006/main">
              <a:ext uri="{FF2B5EF4-FFF2-40B4-BE49-F238E27FC236}">
                <a16:creationId xmlns:a16="http://schemas.microsoft.com/office/drawing/2014/main" id="{34283709-D754-46B3-BA93-DAC0D1766A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2725" y="1372909"/>
            <a:ext cx="2463600" cy="14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Оценка
балл по критерию
+ обоснование</a:t>
            </a:r>
          </a:p>
        </p:txBody>
      </p:sp>
      <p:sp>
        <p:nvSpPr>
          <p:cNvPr id="704" name="Google Shape;704;p84">
            <a:extLst xmlns:a="http://schemas.openxmlformats.org/drawingml/2006/main">
              <a:ext uri="{FF2B5EF4-FFF2-40B4-BE49-F238E27FC236}">
                <a16:creationId xmlns:a16="http://schemas.microsoft.com/office/drawing/2014/main" id="{4F074F4A-650A-40C6-88A2-76A1DE08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200" y="1287413"/>
            <a:ext cx="2703600" cy="32397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05" name="Google Shape;705;p84">
            <a:extLst xmlns:a="http://schemas.openxmlformats.org/drawingml/2006/main">
              <a:ext uri="{FF2B5EF4-FFF2-40B4-BE49-F238E27FC236}">
                <a16:creationId xmlns:a16="http://schemas.microsoft.com/office/drawing/2014/main" id="{05D6D5D7-08C4-4F36-99E6-55E6F8108544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352925" y="1372909"/>
            <a:ext cx="2463600" cy="14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Фидбэк
готовый текст студенту
в нужном tone of voice</a:t>
            </a:r>
          </a:p>
        </p:txBody>
      </p:sp>
      <p:sp>
        <p:nvSpPr>
          <p:cNvPr id="706" name="Google Shape;706;p84">
            <a:extLst xmlns:a="http://schemas.openxmlformats.org/drawingml/2006/main">
              <a:ext uri="{FF2B5EF4-FFF2-40B4-BE49-F238E27FC236}">
                <a16:creationId xmlns:a16="http://schemas.microsoft.com/office/drawing/2014/main" id="{81072A3C-8089-414B-9FBE-A04EABD1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400" y="1287413"/>
            <a:ext cx="2703600" cy="32397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07" name="Google Shape;707;p84">
            <a:extLst xmlns:a="http://schemas.openxmlformats.org/drawingml/2006/main">
              <a:ext uri="{FF2B5EF4-FFF2-40B4-BE49-F238E27FC236}">
                <a16:creationId xmlns:a16="http://schemas.microsoft.com/office/drawing/2014/main" id="{7ECC7A8D-8F19-49EF-8603-F264485A7161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123125" y="1372909"/>
            <a:ext cx="2463600" cy="14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Фокус ревьюера
файл или фрагмент,
который надо проверить</a:t>
            </a:r>
          </a:p>
        </p:txBody>
      </p:sp>
      <p:sp>
        <p:nvSpPr>
          <p:cNvPr id="708" name="Google Shape;708;p84">
            <a:extLst xmlns:a="http://schemas.openxmlformats.org/drawingml/2006/main">
              <a:ext uri="{FF2B5EF4-FFF2-40B4-BE49-F238E27FC236}">
                <a16:creationId xmlns:a16="http://schemas.microsoft.com/office/drawing/2014/main" id="{98B6A681-FF48-41C7-9D23-62DE499EB796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582725" y="3498775"/>
            <a:ext cx="2457000" cy="95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01</a:t>
            </a:r>
          </a:p>
        </p:txBody>
      </p:sp>
      <p:sp>
        <p:nvSpPr>
          <p:cNvPr id="709" name="Google Shape;709;p84">
            <a:extLst xmlns:a="http://schemas.openxmlformats.org/drawingml/2006/main">
              <a:ext uri="{FF2B5EF4-FFF2-40B4-BE49-F238E27FC236}">
                <a16:creationId xmlns:a16="http://schemas.microsoft.com/office/drawing/2014/main" id="{DED50D43-ACB4-41E3-B49F-C5C47DDBFD58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3343500" y="3498775"/>
            <a:ext cx="2457000" cy="95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02</a:t>
            </a:r>
          </a:p>
        </p:txBody>
      </p:sp>
      <p:sp>
        <p:nvSpPr>
          <p:cNvPr id="710" name="Google Shape;710;p84">
            <a:extLst xmlns:a="http://schemas.openxmlformats.org/drawingml/2006/main">
              <a:ext uri="{FF2B5EF4-FFF2-40B4-BE49-F238E27FC236}">
                <a16:creationId xmlns:a16="http://schemas.microsoft.com/office/drawing/2014/main" id="{1597FFA2-9B75-44BA-B8A4-162A4163C160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6104275" y="3498775"/>
            <a:ext cx="2457000" cy="95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03</a:t>
            </a:r>
          </a:p>
        </p:txBody>
      </p:sp>
      <p:sp>
        <p:nvSpPr>
          <p:cNvPr id="711" name="Google Shape;711;p84">
            <a:extLst xmlns:a="http://schemas.openxmlformats.org/drawingml/2006/main">
              <a:ext uri="{FF2B5EF4-FFF2-40B4-BE49-F238E27FC236}">
                <a16:creationId xmlns:a16="http://schemas.microsoft.com/office/drawing/2014/main" id="{40C911C5-B718-454E-A593-C6630DA7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25" y="4693500"/>
            <a:ext cx="20661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AI REVIEWER</a:t>
            </a:r>
          </a:p>
        </p:txBody>
      </p:sp>
      <p:sp>
        <p:nvSpPr>
          <p:cNvPr id="712" name="Google Shape;712;p84">
            <a:extLst xmlns:a="http://schemas.openxmlformats.org/drawingml/2006/main">
              <a:ext uri="{FF2B5EF4-FFF2-40B4-BE49-F238E27FC236}">
                <a16:creationId xmlns:a16="http://schemas.microsoft.com/office/drawing/2014/main" id="{6A000222-F31A-4655-BA61-8510FE11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300" y="4693500"/>
            <a:ext cx="8277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AVITO</a:t>
            </a:r>
          </a:p>
        </p:txBody>
      </p:sp>
      <p:sp>
        <p:nvSpPr>
          <p:cNvPr id="713" name="Google Shape;713;p84">
            <a:extLst xmlns:a="http://schemas.openxmlformats.org/drawingml/2006/main">
              <a:ext uri="{FF2B5EF4-FFF2-40B4-BE49-F238E27FC236}">
                <a16:creationId xmlns:a16="http://schemas.microsoft.com/office/drawing/2014/main" id="{30664CBD-1875-48FA-90A2-4C115AC643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8050" y="450000"/>
            <a:ext cx="5490900" cy="67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AI разбирает, эксперт решает</a:t>
            </a:r>
          </a:p>
        </p:txBody>
      </p:sp>
    </p:spTree>
    <p:extLst>
      <p:ext uri="{BB962C8B-B14F-4D97-AF65-F5344CB8AC3E}">
        <p14:creationId xmlns:p14="http://schemas.microsoft.com/office/powerpoint/2010/main" val="3131787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2" name="Google Shape;702;p84">
            <a:extLst xmlns:a="http://schemas.openxmlformats.org/drawingml/2006/main">
              <a:ext uri="{FF2B5EF4-FFF2-40B4-BE49-F238E27FC236}">
                <a16:creationId xmlns:a16="http://schemas.microsoft.com/office/drawing/2014/main" id="{400828A9-6BF4-47F7-9AFC-3EC8AAEE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" y="1287413"/>
            <a:ext cx="2703600" cy="32397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03" name="Google Shape;703;p84">
            <a:extLst xmlns:a="http://schemas.openxmlformats.org/drawingml/2006/main">
              <a:ext uri="{FF2B5EF4-FFF2-40B4-BE49-F238E27FC236}">
                <a16:creationId xmlns:a16="http://schemas.microsoft.com/office/drawing/2014/main" id="{34283709-D754-46B3-BA93-DAC0D1766A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2725" y="1372909"/>
            <a:ext cx="2463600" cy="14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Сигнал
вероятность AI
+ основания</a:t>
            </a:r>
          </a:p>
        </p:txBody>
      </p:sp>
      <p:sp>
        <p:nvSpPr>
          <p:cNvPr id="704" name="Google Shape;704;p84">
            <a:extLst xmlns:a="http://schemas.openxmlformats.org/drawingml/2006/main">
              <a:ext uri="{FF2B5EF4-FFF2-40B4-BE49-F238E27FC236}">
                <a16:creationId xmlns:a16="http://schemas.microsoft.com/office/drawing/2014/main" id="{4F074F4A-650A-40C6-88A2-76A1DE08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200" y="1287413"/>
            <a:ext cx="2703600" cy="32397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05" name="Google Shape;705;p84">
            <a:extLst xmlns:a="http://schemas.openxmlformats.org/drawingml/2006/main">
              <a:ext uri="{FF2B5EF4-FFF2-40B4-BE49-F238E27FC236}">
                <a16:creationId xmlns:a16="http://schemas.microsoft.com/office/drawing/2014/main" id="{05D6D5D7-08C4-4F36-99E6-55E6F8108544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352925" y="1372909"/>
            <a:ext cx="2463600" cy="14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Вопрос
1–3 вопроса именно
по работе студента</a:t>
            </a:r>
          </a:p>
        </p:txBody>
      </p:sp>
      <p:sp>
        <p:nvSpPr>
          <p:cNvPr id="706" name="Google Shape;706;p84">
            <a:extLst xmlns:a="http://schemas.openxmlformats.org/drawingml/2006/main">
              <a:ext uri="{FF2B5EF4-FFF2-40B4-BE49-F238E27FC236}">
                <a16:creationId xmlns:a16="http://schemas.microsoft.com/office/drawing/2014/main" id="{81072A3C-8089-414B-9FBE-A04EABD1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400" y="1287413"/>
            <a:ext cx="2703600" cy="32397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07" name="Google Shape;707;p84">
            <a:extLst xmlns:a="http://schemas.openxmlformats.org/drawingml/2006/main">
              <a:ext uri="{FF2B5EF4-FFF2-40B4-BE49-F238E27FC236}">
                <a16:creationId xmlns:a16="http://schemas.microsoft.com/office/drawing/2014/main" id="{7ECC7A8D-8F19-49EF-8603-F264485A7161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123125" y="1372909"/>
            <a:ext cx="2463600" cy="14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Решение
ревьюер выбирает вопрос;
ответ влияет на балл</a:t>
            </a:r>
          </a:p>
        </p:txBody>
      </p:sp>
      <p:sp>
        <p:nvSpPr>
          <p:cNvPr id="708" name="Google Shape;708;p84">
            <a:extLst xmlns:a="http://schemas.openxmlformats.org/drawingml/2006/main">
              <a:ext uri="{FF2B5EF4-FFF2-40B4-BE49-F238E27FC236}">
                <a16:creationId xmlns:a16="http://schemas.microsoft.com/office/drawing/2014/main" id="{98B6A681-FF48-41C7-9D23-62DE499EB796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582725" y="3498775"/>
            <a:ext cx="2457000" cy="95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01</a:t>
            </a:r>
          </a:p>
        </p:txBody>
      </p:sp>
      <p:sp>
        <p:nvSpPr>
          <p:cNvPr id="709" name="Google Shape;709;p84">
            <a:extLst xmlns:a="http://schemas.openxmlformats.org/drawingml/2006/main">
              <a:ext uri="{FF2B5EF4-FFF2-40B4-BE49-F238E27FC236}">
                <a16:creationId xmlns:a16="http://schemas.microsoft.com/office/drawing/2014/main" id="{DED50D43-ACB4-41E3-B49F-C5C47DDBFD58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3343500" y="3498775"/>
            <a:ext cx="2457000" cy="95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02</a:t>
            </a:r>
          </a:p>
        </p:txBody>
      </p:sp>
      <p:sp>
        <p:nvSpPr>
          <p:cNvPr id="710" name="Google Shape;710;p84">
            <a:extLst xmlns:a="http://schemas.openxmlformats.org/drawingml/2006/main">
              <a:ext uri="{FF2B5EF4-FFF2-40B4-BE49-F238E27FC236}">
                <a16:creationId xmlns:a16="http://schemas.microsoft.com/office/drawing/2014/main" id="{1597FFA2-9B75-44BA-B8A4-162A4163C160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6104275" y="3498775"/>
            <a:ext cx="2457000" cy="95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03</a:t>
            </a:r>
          </a:p>
        </p:txBody>
      </p:sp>
      <p:sp>
        <p:nvSpPr>
          <p:cNvPr id="711" name="Google Shape;711;p84">
            <a:extLst xmlns:a="http://schemas.openxmlformats.org/drawingml/2006/main">
              <a:ext uri="{FF2B5EF4-FFF2-40B4-BE49-F238E27FC236}">
                <a16:creationId xmlns:a16="http://schemas.microsoft.com/office/drawing/2014/main" id="{40C911C5-B718-454E-A593-C6630DA7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25" y="4693500"/>
            <a:ext cx="20661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AI REVIEWER</a:t>
            </a:r>
          </a:p>
        </p:txBody>
      </p:sp>
      <p:sp>
        <p:nvSpPr>
          <p:cNvPr id="712" name="Google Shape;712;p84">
            <a:extLst xmlns:a="http://schemas.openxmlformats.org/drawingml/2006/main">
              <a:ext uri="{FF2B5EF4-FFF2-40B4-BE49-F238E27FC236}">
                <a16:creationId xmlns:a16="http://schemas.microsoft.com/office/drawing/2014/main" id="{6A000222-F31A-4655-BA61-8510FE11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300" y="4693500"/>
            <a:ext cx="8277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AVITO</a:t>
            </a:r>
          </a:p>
        </p:txBody>
      </p:sp>
      <p:sp>
        <p:nvSpPr>
          <p:cNvPr id="713" name="Google Shape;713;p84">
            <a:extLst xmlns:a="http://schemas.openxmlformats.org/drawingml/2006/main">
              <a:ext uri="{FF2B5EF4-FFF2-40B4-BE49-F238E27FC236}">
                <a16:creationId xmlns:a16="http://schemas.microsoft.com/office/drawing/2014/main" id="{30664CBD-1875-48FA-90A2-4C115AC643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8050" y="450000"/>
            <a:ext cx="5490900" cy="67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Проверяем понимание, не AI</a:t>
            </a:r>
          </a:p>
        </p:txBody>
      </p:sp>
    </p:spTree>
    <p:extLst>
      <p:ext uri="{BB962C8B-B14F-4D97-AF65-F5344CB8AC3E}">
        <p14:creationId xmlns:p14="http://schemas.microsoft.com/office/powerpoint/2010/main" val="3131787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4" name="Google Shape;754;p87">
            <a:extLst xmlns:a="http://schemas.openxmlformats.org/drawingml/2006/main">
              <a:ext uri="{FF2B5EF4-FFF2-40B4-BE49-F238E27FC236}">
                <a16:creationId xmlns:a16="http://schemas.microsoft.com/office/drawing/2014/main" id="{5189EEF8-BBB8-49D1-85FD-DA89C72A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92" y="2204850"/>
            <a:ext cx="2004900" cy="2322300"/>
          </a:xfrm>
          <a:prstGeom xmlns:a="http://schemas.openxmlformats.org/drawingml/2006/main" prst="roundRect">
            <a:avLst>
              <a:gd name="adj" fmla="val 8591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55" name="Google Shape;755;p87">
            <a:extLst xmlns:a="http://schemas.openxmlformats.org/drawingml/2006/main">
              <a:ext uri="{FF2B5EF4-FFF2-40B4-BE49-F238E27FC236}">
                <a16:creationId xmlns:a16="http://schemas.microsoft.com/office/drawing/2014/main" id="{C8F2B5AE-F6B2-4615-B57C-29BC8504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92" y="2204850"/>
            <a:ext cx="2004900" cy="2322300"/>
          </a:xfrm>
          <a:prstGeom xmlns:a="http://schemas.openxmlformats.org/drawingml/2006/main" prst="roundRect">
            <a:avLst>
              <a:gd name="adj" fmla="val 8591"/>
            </a:avLst>
          </a:prstGeom>
          <a:solidFill xmlns:a="http://schemas.openxmlformats.org/drawingml/2006/main">
            <a:srgbClr val="F7E8F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56" name="Google Shape;756;p87">
            <a:extLst xmlns:a="http://schemas.openxmlformats.org/drawingml/2006/main">
              <a:ext uri="{FF2B5EF4-FFF2-40B4-BE49-F238E27FC236}">
                <a16:creationId xmlns:a16="http://schemas.microsoft.com/office/drawing/2014/main" id="{766D7E8A-B933-4ED3-A92F-019A08CD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759" y="2204850"/>
            <a:ext cx="2004900" cy="2322300"/>
          </a:xfrm>
          <a:prstGeom xmlns:a="http://schemas.openxmlformats.org/drawingml/2006/main" prst="roundRect">
            <a:avLst>
              <a:gd name="adj" fmla="val 8591"/>
            </a:avLst>
          </a:prstGeom>
          <a:solidFill xmlns:a="http://schemas.openxmlformats.org/drawingml/2006/main">
            <a:srgbClr val="DAF7D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57" name="Google Shape;757;p87">
            <a:extLst xmlns:a="http://schemas.openxmlformats.org/drawingml/2006/main">
              <a:ext uri="{FF2B5EF4-FFF2-40B4-BE49-F238E27FC236}">
                <a16:creationId xmlns:a16="http://schemas.microsoft.com/office/drawing/2014/main" id="{4E3DD06D-E317-4091-BF04-D30DA5A8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526" y="2204850"/>
            <a:ext cx="2004900" cy="2322300"/>
          </a:xfrm>
          <a:prstGeom xmlns:a="http://schemas.openxmlformats.org/drawingml/2006/main" prst="roundRect">
            <a:avLst>
              <a:gd name="adj" fmla="val 8591"/>
            </a:avLst>
          </a:prstGeom>
          <a:solidFill xmlns:a="http://schemas.openxmlformats.org/drawingml/2006/main">
            <a:srgbClr val="34343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58" name="Google Shape;758;p87">
            <a:extLst xmlns:a="http://schemas.openxmlformats.org/drawingml/2006/main">
              <a:ext uri="{FF2B5EF4-FFF2-40B4-BE49-F238E27FC236}">
                <a16:creationId xmlns:a16="http://schemas.microsoft.com/office/drawing/2014/main" id="{F1874126-764E-405C-9D83-47DE22FF63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1875" y="450000"/>
            <a:ext cx="5229900" cy="92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Конструктор проверяет критерии
до запуска задания</a:t>
            </a:r>
            <a:endParaRPr sz="2400">
              <a:solidFill>
                <a:schemeClr val="dk1"/>
              </a:solidFill>
              <a:latin typeface="Manrope SemiBold"/>
              <a:ea typeface="Manrope SemiBold"/>
              <a:cs typeface="Manrope SemiBold"/>
            </a:endParaRPr>
          </a:p>
        </p:txBody>
      </p:sp>
      <p:sp>
        <p:nvSpPr>
          <p:cNvPr id="759" name="Google Shape;759;p87">
            <a:extLst xmlns:a="http://schemas.openxmlformats.org/drawingml/2006/main">
              <a:ext uri="{FF2B5EF4-FFF2-40B4-BE49-F238E27FC236}">
                <a16:creationId xmlns:a16="http://schemas.microsoft.com/office/drawing/2014/main" id="{113813C8-3913-47E3-8127-825C83A358EA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519625" y="3854325"/>
            <a:ext cx="1865700" cy="603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Цель + черновик
задания и критериев</a:t>
            </a:r>
          </a:p>
        </p:txBody>
      </p:sp>
      <p:sp>
        <p:nvSpPr>
          <p:cNvPr id="760" name="Google Shape;760;p87">
            <a:extLst xmlns:a="http://schemas.openxmlformats.org/drawingml/2006/main">
              <a:ext uri="{FF2B5EF4-FFF2-40B4-BE49-F238E27FC236}">
                <a16:creationId xmlns:a16="http://schemas.microsoft.com/office/drawing/2014/main" id="{1FDFB274-4463-442B-8011-88ECF4512089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519575" y="2204850"/>
            <a:ext cx="1865700" cy="6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01</a:t>
            </a:r>
          </a:p>
        </p:txBody>
      </p:sp>
      <p:sp>
        <p:nvSpPr>
          <p:cNvPr id="761" name="Google Shape;761;p87">
            <a:extLst xmlns:a="http://schemas.openxmlformats.org/drawingml/2006/main">
              <a:ext uri="{FF2B5EF4-FFF2-40B4-BE49-F238E27FC236}">
                <a16:creationId xmlns:a16="http://schemas.microsoft.com/office/drawing/2014/main" id="{D9FDF3E6-1339-4088-9B33-905EC894B614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5252900" y="450000"/>
            <a:ext cx="3441300" cy="6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66666"/>
                </a:solidFill>
                <a:latin typeface="IBM Plex Mono"/>
                <a:ea typeface="IBM Plex Mono"/>
                <a:cs typeface="IBM Plex Mono"/>
              </a:rPr>
              <a:t>CI/CD для критериев
до публикации в курс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762" name="Google Shape;762;p87">
            <a:extLst xmlns:a="http://schemas.openxmlformats.org/drawingml/2006/main">
              <a:ext uri="{FF2B5EF4-FFF2-40B4-BE49-F238E27FC236}">
                <a16:creationId xmlns:a16="http://schemas.microsoft.com/office/drawing/2014/main" id="{35FB9225-8688-4456-8B87-BC7E820DAE02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2599388" y="3854325"/>
            <a:ext cx="1865700" cy="603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Условие, баллы,
эталонное решение</a:t>
            </a:r>
          </a:p>
        </p:txBody>
      </p:sp>
      <p:sp>
        <p:nvSpPr>
          <p:cNvPr id="763" name="Google Shape;763;p87">
            <a:extLst xmlns:a="http://schemas.openxmlformats.org/drawingml/2006/main">
              <a:ext uri="{FF2B5EF4-FFF2-40B4-BE49-F238E27FC236}">
                <a16:creationId xmlns:a16="http://schemas.microsoft.com/office/drawing/2014/main" id="{313FBAC1-67C5-4F61-AF9E-E028157944C2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2599338" y="2204850"/>
            <a:ext cx="1865700" cy="6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02</a:t>
            </a:r>
          </a:p>
        </p:txBody>
      </p:sp>
      <p:sp>
        <p:nvSpPr>
          <p:cNvPr id="764" name="Google Shape;764;p87">
            <a:extLst xmlns:a="http://schemas.openxmlformats.org/drawingml/2006/main">
              <a:ext uri="{FF2B5EF4-FFF2-40B4-BE49-F238E27FC236}">
                <a16:creationId xmlns:a16="http://schemas.microsoft.com/office/drawing/2014/main" id="{69A00E79-6B66-4371-ABF7-FE278E2858A4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4679138" y="3854325"/>
            <a:ext cx="1865700" cy="603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lt1"/>
                </a:solidFill>
                <a:latin typeface="Manrope Medium"/>
                <a:ea typeface="Manrope Medium"/>
                <a:cs typeface="Manrope Medium"/>
              </a:rPr>
              <a:t>Слабая, средняя,
сильная AI-персона</a:t>
            </a:r>
          </a:p>
        </p:txBody>
      </p:sp>
      <p:sp>
        <p:nvSpPr>
          <p:cNvPr id="765" name="Google Shape;765;p87">
            <a:extLst xmlns:a="http://schemas.openxmlformats.org/drawingml/2006/main">
              <a:ext uri="{FF2B5EF4-FFF2-40B4-BE49-F238E27FC236}">
                <a16:creationId xmlns:a16="http://schemas.microsoft.com/office/drawing/2014/main" id="{73159F00-B355-4959-905A-54F7439D3CCC}"/>
              </a:ext>
            </a:extLst>
          </p:cNvPr>
          <p:cNvSpPr>
            <a:spLocks xmlns:a="http://schemas.openxmlformats.org/drawingml/2006/main" noGrp="1"/>
          </p:cNvSpPr>
          <p:nvPr>
            <p:ph type="title" idx="8"/>
          </p:nvPr>
        </p:nvSpPr>
        <p:spPr>
          <a:xfrm xmlns:a="http://schemas.openxmlformats.org/drawingml/2006/main">
            <a:off x="4679088" y="2204850"/>
            <a:ext cx="1865700" cy="6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</a:rPr>
              <a:t>03</a:t>
            </a:r>
          </a:p>
        </p:txBody>
      </p:sp>
      <p:sp>
        <p:nvSpPr>
          <p:cNvPr id="766" name="Google Shape;766;p87">
            <a:extLst xmlns:a="http://schemas.openxmlformats.org/drawingml/2006/main">
              <a:ext uri="{FF2B5EF4-FFF2-40B4-BE49-F238E27FC236}">
                <a16:creationId xmlns:a16="http://schemas.microsoft.com/office/drawing/2014/main" id="{E83507B2-62E5-407E-A644-371D1216F6C0}"/>
              </a:ext>
            </a:extLst>
          </p:cNvPr>
          <p:cNvSpPr>
            <a:spLocks xmlns:a="http://schemas.openxmlformats.org/drawingml/2006/main" noGrp="1"/>
          </p:cNvSpPr>
          <p:nvPr>
            <p:ph type="title" idx="9"/>
          </p:nvPr>
        </p:nvSpPr>
        <p:spPr>
          <a:xfrm xmlns:a="http://schemas.openxmlformats.org/drawingml/2006/main">
            <a:off x="6758888" y="3854325"/>
            <a:ext cx="1865700" cy="603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Изменения оценок
и неоднозначности</a:t>
            </a:r>
          </a:p>
        </p:txBody>
      </p:sp>
      <p:sp>
        <p:nvSpPr>
          <p:cNvPr id="767" name="Google Shape;767;p87">
            <a:extLst xmlns:a="http://schemas.openxmlformats.org/drawingml/2006/main">
              <a:ext uri="{FF2B5EF4-FFF2-40B4-BE49-F238E27FC236}">
                <a16:creationId xmlns:a16="http://schemas.microsoft.com/office/drawing/2014/main" id="{D2448771-8442-4263-9729-824B814AFCB2}"/>
              </a:ext>
            </a:extLst>
          </p:cNvPr>
          <p:cNvSpPr>
            <a:spLocks xmlns:a="http://schemas.openxmlformats.org/drawingml/2006/main" noGrp="1"/>
          </p:cNvSpPr>
          <p:nvPr>
            <p:ph type="title" idx="13"/>
          </p:nvPr>
        </p:nvSpPr>
        <p:spPr>
          <a:xfrm xmlns:a="http://schemas.openxmlformats.org/drawingml/2006/main">
            <a:off x="6758838" y="2204850"/>
            <a:ext cx="1865700" cy="6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04</a:t>
            </a:r>
          </a:p>
        </p:txBody>
      </p:sp>
      <p:sp>
        <p:nvSpPr>
          <p:cNvPr id="768" name="Google Shape;768;p87">
            <a:extLst xmlns:a="http://schemas.openxmlformats.org/drawingml/2006/main">
              <a:ext uri="{FF2B5EF4-FFF2-40B4-BE49-F238E27FC236}">
                <a16:creationId xmlns:a16="http://schemas.microsoft.com/office/drawing/2014/main" id="{19643B4F-B9DE-46CB-B3E2-0C410B64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25" y="4693500"/>
            <a:ext cx="20661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AI REVIEWER</a:t>
            </a:r>
          </a:p>
        </p:txBody>
      </p:sp>
      <p:sp>
        <p:nvSpPr>
          <p:cNvPr id="769" name="Google Shape;769;p87">
            <a:extLst xmlns:a="http://schemas.openxmlformats.org/drawingml/2006/main">
              <a:ext uri="{FF2B5EF4-FFF2-40B4-BE49-F238E27FC236}">
                <a16:creationId xmlns:a16="http://schemas.microsoft.com/office/drawing/2014/main" id="{BF68A49A-7009-4E2A-9034-935CF38A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300" y="4693500"/>
            <a:ext cx="8277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AVITO</a:t>
            </a:r>
          </a:p>
        </p:txBody>
      </p:sp>
    </p:spTree>
    <p:extLst>
      <p:ext uri="{BB962C8B-B14F-4D97-AF65-F5344CB8AC3E}">
        <p14:creationId xmlns:p14="http://schemas.microsoft.com/office/powerpoint/2010/main" val="20152968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2" name="Google Shape;702;p84">
            <a:extLst xmlns:a="http://schemas.openxmlformats.org/drawingml/2006/main">
              <a:ext uri="{FF2B5EF4-FFF2-40B4-BE49-F238E27FC236}">
                <a16:creationId xmlns:a16="http://schemas.microsoft.com/office/drawing/2014/main" id="{400828A9-6BF4-47F7-9AFC-3EC8AAEE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" y="1287413"/>
            <a:ext cx="2703600" cy="32397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03" name="Google Shape;703;p84">
            <a:extLst xmlns:a="http://schemas.openxmlformats.org/drawingml/2006/main">
              <a:ext uri="{FF2B5EF4-FFF2-40B4-BE49-F238E27FC236}">
                <a16:creationId xmlns:a16="http://schemas.microsoft.com/office/drawing/2014/main" id="{34283709-D754-46B3-BA93-DAC0D1766A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2725" y="1372909"/>
            <a:ext cx="2463600" cy="14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Сигналы
несдачи, доработки,
ошибки и вопросы</a:t>
            </a:r>
          </a:p>
        </p:txBody>
      </p:sp>
      <p:sp>
        <p:nvSpPr>
          <p:cNvPr id="704" name="Google Shape;704;p84">
            <a:extLst xmlns:a="http://schemas.openxmlformats.org/drawingml/2006/main">
              <a:ext uri="{FF2B5EF4-FFF2-40B4-BE49-F238E27FC236}">
                <a16:creationId xmlns:a16="http://schemas.microsoft.com/office/drawing/2014/main" id="{4F074F4A-650A-40C6-88A2-76A1DE08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200" y="1287413"/>
            <a:ext cx="2703600" cy="32397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05" name="Google Shape;705;p84">
            <a:extLst xmlns:a="http://schemas.openxmlformats.org/drawingml/2006/main">
              <a:ext uri="{FF2B5EF4-FFF2-40B4-BE49-F238E27FC236}">
                <a16:creationId xmlns:a16="http://schemas.microsoft.com/office/drawing/2014/main" id="{05D6D5D7-08C4-4F36-99E6-55E6F8108544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352925" y="1372909"/>
            <a:ext cx="2463600" cy="14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Диагностика
тема, задание
или критерий</a:t>
            </a:r>
          </a:p>
        </p:txBody>
      </p:sp>
      <p:sp>
        <p:nvSpPr>
          <p:cNvPr id="706" name="Google Shape;706;p84">
            <a:extLst xmlns:a="http://schemas.openxmlformats.org/drawingml/2006/main">
              <a:ext uri="{FF2B5EF4-FFF2-40B4-BE49-F238E27FC236}">
                <a16:creationId xmlns:a16="http://schemas.microsoft.com/office/drawing/2014/main" id="{81072A3C-8089-414B-9FBE-A04EABD1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400" y="1287413"/>
            <a:ext cx="2703600" cy="32397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07" name="Google Shape;707;p84">
            <a:extLst xmlns:a="http://schemas.openxmlformats.org/drawingml/2006/main">
              <a:ext uri="{FF2B5EF4-FFF2-40B4-BE49-F238E27FC236}">
                <a16:creationId xmlns:a16="http://schemas.microsoft.com/office/drawing/2014/main" id="{7ECC7A8D-8F19-49EF-8603-F264485A7161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123125" y="1372909"/>
            <a:ext cx="2463600" cy="14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Действие
отчёт методисту;
решение за командой</a:t>
            </a:r>
          </a:p>
        </p:txBody>
      </p:sp>
      <p:sp>
        <p:nvSpPr>
          <p:cNvPr id="708" name="Google Shape;708;p84">
            <a:extLst xmlns:a="http://schemas.openxmlformats.org/drawingml/2006/main">
              <a:ext uri="{FF2B5EF4-FFF2-40B4-BE49-F238E27FC236}">
                <a16:creationId xmlns:a16="http://schemas.microsoft.com/office/drawing/2014/main" id="{98B6A681-FF48-41C7-9D23-62DE499EB796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582725" y="3498775"/>
            <a:ext cx="2457000" cy="95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01</a:t>
            </a:r>
          </a:p>
        </p:txBody>
      </p:sp>
      <p:sp>
        <p:nvSpPr>
          <p:cNvPr id="709" name="Google Shape;709;p84">
            <a:extLst xmlns:a="http://schemas.openxmlformats.org/drawingml/2006/main">
              <a:ext uri="{FF2B5EF4-FFF2-40B4-BE49-F238E27FC236}">
                <a16:creationId xmlns:a16="http://schemas.microsoft.com/office/drawing/2014/main" id="{DED50D43-ACB4-41E3-B49F-C5C47DDBFD58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3343500" y="3498775"/>
            <a:ext cx="2457000" cy="95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02</a:t>
            </a:r>
          </a:p>
        </p:txBody>
      </p:sp>
      <p:sp>
        <p:nvSpPr>
          <p:cNvPr id="710" name="Google Shape;710;p84">
            <a:extLst xmlns:a="http://schemas.openxmlformats.org/drawingml/2006/main">
              <a:ext uri="{FF2B5EF4-FFF2-40B4-BE49-F238E27FC236}">
                <a16:creationId xmlns:a16="http://schemas.microsoft.com/office/drawing/2014/main" id="{1597FFA2-9B75-44BA-B8A4-162A4163C160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6104275" y="3498775"/>
            <a:ext cx="2457000" cy="95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03</a:t>
            </a:r>
          </a:p>
        </p:txBody>
      </p:sp>
      <p:sp>
        <p:nvSpPr>
          <p:cNvPr id="711" name="Google Shape;711;p84">
            <a:extLst xmlns:a="http://schemas.openxmlformats.org/drawingml/2006/main">
              <a:ext uri="{FF2B5EF4-FFF2-40B4-BE49-F238E27FC236}">
                <a16:creationId xmlns:a16="http://schemas.microsoft.com/office/drawing/2014/main" id="{40C911C5-B718-454E-A593-C6630DA7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25" y="4693500"/>
            <a:ext cx="20661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AI REVIEWER</a:t>
            </a:r>
          </a:p>
        </p:txBody>
      </p:sp>
      <p:sp>
        <p:nvSpPr>
          <p:cNvPr id="712" name="Google Shape;712;p84">
            <a:extLst xmlns:a="http://schemas.openxmlformats.org/drawingml/2006/main">
              <a:ext uri="{FF2B5EF4-FFF2-40B4-BE49-F238E27FC236}">
                <a16:creationId xmlns:a16="http://schemas.microsoft.com/office/drawing/2014/main" id="{6A000222-F31A-4655-BA61-8510FE11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300" y="4693500"/>
            <a:ext cx="8277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AVITO</a:t>
            </a:r>
          </a:p>
        </p:txBody>
      </p:sp>
      <p:sp>
        <p:nvSpPr>
          <p:cNvPr id="713" name="Google Shape;713;p84">
            <a:extLst xmlns:a="http://schemas.openxmlformats.org/drawingml/2006/main">
              <a:ext uri="{FF2B5EF4-FFF2-40B4-BE49-F238E27FC236}">
                <a16:creationId xmlns:a16="http://schemas.microsoft.com/office/drawing/2014/main" id="{30664CBD-1875-48FA-90A2-4C115AC643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8050" y="450000"/>
            <a:ext cx="5490900" cy="67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Где курс теряет качество</a:t>
            </a:r>
          </a:p>
        </p:txBody>
      </p:sp>
    </p:spTree>
    <p:extLst>
      <p:ext uri="{BB962C8B-B14F-4D97-AF65-F5344CB8AC3E}">
        <p14:creationId xmlns:p14="http://schemas.microsoft.com/office/powerpoint/2010/main" val="31317872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9" name="Google Shape;1519;p125">
            <a:extLst xmlns:a="http://schemas.openxmlformats.org/drawingml/2006/main">
              <a:ext uri="{FF2B5EF4-FFF2-40B4-BE49-F238E27FC236}">
                <a16:creationId xmlns:a16="http://schemas.microsoft.com/office/drawing/2014/main" id="{41AB2106-0294-4526-9F42-0EA74540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988" y="711000"/>
            <a:ext cx="3721500" cy="3721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0" name="Google Shape;1520;p125">
            <a:extLst xmlns:a="http://schemas.openxmlformats.org/drawingml/2006/main">
              <a:ext uri="{FF2B5EF4-FFF2-40B4-BE49-F238E27FC236}">
                <a16:creationId xmlns:a16="http://schemas.microsoft.com/office/drawing/2014/main" id="{F008A2B7-DA0A-494F-9BD7-9F67D41F58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1875" y="450000"/>
            <a:ext cx="4130100" cy="16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Технологии собраны вокруг
управляемого AI-процесса</a:t>
            </a:r>
          </a:p>
        </p:txBody>
      </p:sp>
      <p:sp>
        <p:nvSpPr>
          <p:cNvPr id="1522" name="Google Shape;1522;p125">
            <a:extLst xmlns:a="http://schemas.openxmlformats.org/drawingml/2006/main">
              <a:ext uri="{FF2B5EF4-FFF2-40B4-BE49-F238E27FC236}">
                <a16:creationId xmlns:a16="http://schemas.microsoft.com/office/drawing/2014/main" id="{B88516FC-CAA4-42A2-BA40-FC9D8BF0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11" y="894945"/>
            <a:ext cx="3193111" cy="3193111"/>
          </a:xfrm>
          <a:prstGeom xmlns:a="http://schemas.openxmlformats.org/drawingml/2006/main" prst="pie">
            <a:avLst>
              <a:gd name="adj1" fmla="val 10812810"/>
              <a:gd name="adj2" fmla="val 1620000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3" name="Google Shape;1523;p125">
            <a:extLst xmlns:a="http://schemas.openxmlformats.org/drawingml/2006/main">
              <a:ext uri="{FF2B5EF4-FFF2-40B4-BE49-F238E27FC236}">
                <a16:creationId xmlns:a16="http://schemas.microsoft.com/office/drawing/2014/main" id="{A3A47774-FC4B-483E-9583-5948E17D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732475" y="894945"/>
            <a:ext cx="3193111" cy="3193111"/>
          </a:xfrm>
          <a:prstGeom xmlns:a="http://schemas.openxmlformats.org/drawingml/2006/main" prst="pie">
            <a:avLst>
              <a:gd name="adj1" fmla="val 10812810"/>
              <a:gd name="adj2" fmla="val 1620000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4" name="Google Shape;1524;p125">
            <a:extLst xmlns:a="http://schemas.openxmlformats.org/drawingml/2006/main">
              <a:ext uri="{FF2B5EF4-FFF2-40B4-BE49-F238E27FC236}">
                <a16:creationId xmlns:a16="http://schemas.microsoft.com/office/drawing/2014/main" id="{5BC2CFA6-522A-4712-BBE9-625EED22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738371" y="1055442"/>
            <a:ext cx="3193111" cy="3193111"/>
          </a:xfrm>
          <a:prstGeom xmlns:a="http://schemas.openxmlformats.org/drawingml/2006/main" prst="pie">
            <a:avLst>
              <a:gd name="adj1" fmla="val 10812810"/>
              <a:gd name="adj2" fmla="val 1620000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5" name="Google Shape;1525;p125">
            <a:extLst xmlns:a="http://schemas.openxmlformats.org/drawingml/2006/main">
              <a:ext uri="{FF2B5EF4-FFF2-40B4-BE49-F238E27FC236}">
                <a16:creationId xmlns:a16="http://schemas.microsoft.com/office/drawing/2014/main" id="{FEDB3E03-97CB-4413-A9BE-C2128AFA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4577908" y="1055442"/>
            <a:ext cx="3193111" cy="3193111"/>
          </a:xfrm>
          <a:prstGeom xmlns:a="http://schemas.openxmlformats.org/drawingml/2006/main" prst="pie">
            <a:avLst>
              <a:gd name="adj1" fmla="val 10812810"/>
              <a:gd name="adj2" fmla="val 1620000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6" name="Google Shape;1526;p125">
            <a:extLst xmlns:a="http://schemas.openxmlformats.org/drawingml/2006/main">
              <a:ext uri="{FF2B5EF4-FFF2-40B4-BE49-F238E27FC236}">
                <a16:creationId xmlns:a16="http://schemas.microsoft.com/office/drawing/2014/main" id="{9A917AB3-F55B-48DB-B7B6-001A4C5D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425" y="584625"/>
            <a:ext cx="1260600" cy="488400"/>
          </a:xfrm>
          <a:prstGeom xmlns:a="http://schemas.openxmlformats.org/drawingml/2006/main" prst="roundRect">
            <a:avLst>
              <a:gd name="adj" fmla="val 15687"/>
            </a:avLst>
          </a:prstGeom>
          <a:solidFill xmlns:a="http://schemas.openxmlformats.org/drawingml/2006/main">
            <a:srgbClr val="34343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800">
                <a:solidFill>
                  <a:schemeClr val="lt1"/>
                </a:solidFill>
                <a:latin typeface="Manrope Medium"/>
                <a:ea typeface="Manrope Medium"/>
                <a:cs typeface="Manrope Medium"/>
              </a:rPr>
              <a:t>FastAPI · Pydantic
Z.ai · Gemini</a:t>
            </a:r>
            <a:endParaRPr sz="800"/>
          </a:p>
        </p:txBody>
      </p:sp>
      <p:sp>
        <p:nvSpPr>
          <p:cNvPr id="1527" name="Google Shape;1527;p125">
            <a:extLst xmlns:a="http://schemas.openxmlformats.org/drawingml/2006/main">
              <a:ext uri="{FF2B5EF4-FFF2-40B4-BE49-F238E27FC236}">
                <a16:creationId xmlns:a16="http://schemas.microsoft.com/office/drawing/2014/main" id="{4F22B1B0-1FAC-4381-8FD9-38B4815A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425" y="4086625"/>
            <a:ext cx="1260600" cy="488400"/>
          </a:xfrm>
          <a:prstGeom xmlns:a="http://schemas.openxmlformats.org/drawingml/2006/main" prst="roundRect">
            <a:avLst>
              <a:gd name="adj" fmla="val 15687"/>
            </a:avLst>
          </a:prstGeom>
          <a:solidFill xmlns:a="http://schemas.openxmlformats.org/drawingml/2006/main">
            <a:srgbClr val="34343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800">
                <a:solidFill>
                  <a:schemeClr val="lt1"/>
                </a:solidFill>
                <a:latin typeface="Manrope Medium"/>
                <a:ea typeface="Manrope Medium"/>
                <a:cs typeface="Manrope Medium"/>
              </a:rPr>
              <a:t>Docker +
Langfuse</a:t>
            </a:r>
            <a:endParaRPr sz="800"/>
          </a:p>
        </p:txBody>
      </p:sp>
      <p:sp>
        <p:nvSpPr>
          <p:cNvPr id="1528" name="Google Shape;1528;p125">
            <a:extLst xmlns:a="http://schemas.openxmlformats.org/drawingml/2006/main">
              <a:ext uri="{FF2B5EF4-FFF2-40B4-BE49-F238E27FC236}">
                <a16:creationId xmlns:a16="http://schemas.microsoft.com/office/drawing/2014/main" id="{C0DD3A75-58A5-4072-A9D0-77554DD7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812" y="2327550"/>
            <a:ext cx="926100" cy="488400"/>
          </a:xfrm>
          <a:prstGeom xmlns:a="http://schemas.openxmlformats.org/drawingml/2006/main" prst="roundRect">
            <a:avLst>
              <a:gd name="adj" fmla="val 15687"/>
            </a:avLst>
          </a:prstGeom>
          <a:solidFill xmlns:a="http://schemas.openxmlformats.org/drawingml/2006/main">
            <a:srgbClr val="34343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nrope Medium"/>
                <a:ea typeface="Manrope Medium"/>
                <a:cs typeface="Manrope Medium"/>
              </a:rPr>
              <a:t>GitHub +
API</a:t>
            </a:r>
            <a:endParaRPr sz="800"/>
          </a:p>
        </p:txBody>
      </p:sp>
      <p:sp>
        <p:nvSpPr>
          <p:cNvPr id="1529" name="Google Shape;1529;p125">
            <a:extLst xmlns:a="http://schemas.openxmlformats.org/drawingml/2006/main">
              <a:ext uri="{FF2B5EF4-FFF2-40B4-BE49-F238E27FC236}">
                <a16:creationId xmlns:a16="http://schemas.microsoft.com/office/drawing/2014/main" id="{F4F1AAF4-B3B0-461E-979F-A24D9455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2479" y="2327550"/>
            <a:ext cx="926100" cy="488400"/>
          </a:xfrm>
          <a:prstGeom xmlns:a="http://schemas.openxmlformats.org/drawingml/2006/main" prst="roundRect">
            <a:avLst>
              <a:gd name="adj" fmla="val 15687"/>
            </a:avLst>
          </a:prstGeom>
          <a:solidFill xmlns:a="http://schemas.openxmlformats.org/drawingml/2006/main">
            <a:srgbClr val="34343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800">
                <a:solidFill>
                  <a:schemeClr val="lt1"/>
                </a:solidFill>
                <a:latin typeface="Manrope Medium"/>
                <a:ea typeface="Manrope Medium"/>
                <a:cs typeface="Manrope Medium"/>
              </a:rPr>
              <a:t>LangGraph +
LiteLLM</a:t>
            </a:r>
            <a:endParaRPr sz="800"/>
          </a:p>
        </p:txBody>
      </p:sp>
      <p:cxnSp>
        <p:nvCxnSpPr>
          <p:cNvPr id="1614" name="Google Shape;1530;p125"/>
          <p:cNvCxnSpPr/>
          <p:nvPr/>
        </p:nvCxnSpPr>
        <p:spPr>
          <a:xfrm xmlns:a="http://schemas.openxmlformats.org/drawingml/2006/main" rot="10800000" flipH="1">
            <a:off x="4702638" y="1344817"/>
            <a:ext cx="152100" cy="192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CCCCC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15" name="Google Shape;1531;p125"/>
          <p:cNvCxnSpPr/>
          <p:nvPr/>
        </p:nvCxnSpPr>
        <p:spPr>
          <a:xfrm xmlns:a="http://schemas.openxmlformats.org/drawingml/2006/main">
            <a:off x="7650154" y="1344817"/>
            <a:ext cx="152100" cy="192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CCCCC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16" name="Google Shape;1532;p125"/>
          <p:cNvCxnSpPr/>
          <p:nvPr/>
        </p:nvCxnSpPr>
        <p:spPr>
          <a:xfrm xmlns:a="http://schemas.openxmlformats.org/drawingml/2006/main" flipH="1">
            <a:off x="7650154" y="3602021"/>
            <a:ext cx="152100" cy="192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CCCCC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17" name="Google Shape;1533;p125"/>
          <p:cNvCxnSpPr/>
          <p:nvPr/>
        </p:nvCxnSpPr>
        <p:spPr>
          <a:xfrm xmlns:a="http://schemas.openxmlformats.org/drawingml/2006/main" rot="10800000">
            <a:off x="4702638" y="3610025"/>
            <a:ext cx="152100" cy="192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CCCCC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18" name="Google Shape;1534;p125"/>
          <p:cNvCxnSpPr>
            <a:stCxn xmlns:a="http://schemas.openxmlformats.org/drawingml/2006/main" id="1526" idx="2"/>
          </p:cNvCxnSpPr>
          <p:nvPr/>
        </p:nvCxnSpPr>
        <p:spPr>
          <a:xfrm xmlns:a="http://schemas.openxmlformats.org/drawingml/2006/main">
            <a:off x="6251725" y="1073025"/>
            <a:ext cx="0" cy="9201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9E9E9E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535" name="Google Shape;1535;p125">
            <a:extLst xmlns:a="http://schemas.openxmlformats.org/drawingml/2006/main">
              <a:ext uri="{FF2B5EF4-FFF2-40B4-BE49-F238E27FC236}">
                <a16:creationId xmlns:a16="http://schemas.microsoft.com/office/drawing/2014/main" id="{B16CF856-1EB3-422E-B0A1-626C683C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9500" y="2059500"/>
            <a:ext cx="1024500" cy="102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nrope Medium"/>
                <a:ea typeface="Manrope Medium"/>
                <a:cs typeface="Manrope Medium"/>
              </a:rPr>
              <a:t>AI
Reviewer</a:t>
            </a:r>
          </a:p>
        </p:txBody>
      </p:sp>
      <p:cxnSp>
        <p:nvCxnSpPr>
          <p:cNvPr id="1620" name="Google Shape;1536;p125"/>
          <p:cNvCxnSpPr/>
          <p:nvPr/>
        </p:nvCxnSpPr>
        <p:spPr>
          <a:xfrm xmlns:a="http://schemas.openxmlformats.org/drawingml/2006/main" rot="10800000">
            <a:off x="6251725" y="3166525"/>
            <a:ext cx="0" cy="9201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9E9E9E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621" name="Google Shape;1537;p125"/>
          <p:cNvCxnSpPr>
            <a:stCxn xmlns:a="http://schemas.openxmlformats.org/drawingml/2006/main" id="1528" idx="3"/>
          </p:cNvCxnSpPr>
          <p:nvPr/>
        </p:nvCxnSpPr>
        <p:spPr>
          <a:xfrm xmlns:a="http://schemas.openxmlformats.org/drawingml/2006/main">
            <a:off x="4858912" y="2571750"/>
            <a:ext cx="804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9E9E9E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622" name="Google Shape;1538;p125"/>
          <p:cNvCxnSpPr/>
          <p:nvPr/>
        </p:nvCxnSpPr>
        <p:spPr>
          <a:xfrm xmlns:a="http://schemas.openxmlformats.org/drawingml/2006/main" rot="10800000">
            <a:off x="6823117" y="2571750"/>
            <a:ext cx="804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9E9E9E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539" name="Google Shape;1539;p125">
            <a:extLst xmlns:a="http://schemas.openxmlformats.org/drawingml/2006/main">
              <a:ext uri="{FF2B5EF4-FFF2-40B4-BE49-F238E27FC236}">
                <a16:creationId xmlns:a16="http://schemas.microsoft.com/office/drawing/2014/main" id="{F518FBD4-D8A1-4F5D-98C9-C9332166B5C1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4897050" y="2062475"/>
            <a:ext cx="804300" cy="43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8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работа +
критерии</a:t>
            </a:r>
          </a:p>
        </p:txBody>
      </p:sp>
      <p:sp>
        <p:nvSpPr>
          <p:cNvPr id="1540" name="Google Shape;1540;p125">
            <a:extLst xmlns:a="http://schemas.openxmlformats.org/drawingml/2006/main">
              <a:ext uri="{FF2B5EF4-FFF2-40B4-BE49-F238E27FC236}">
                <a16:creationId xmlns:a16="http://schemas.microsoft.com/office/drawing/2014/main" id="{5DE3D404-EE87-4400-B928-9400AA39BB61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795826" y="2062475"/>
            <a:ext cx="858900" cy="43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8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баллы +
фидбэк</a:t>
            </a:r>
          </a:p>
        </p:txBody>
      </p:sp>
      <p:sp>
        <p:nvSpPr>
          <p:cNvPr id="1541" name="Google Shape;1541;p125">
            <a:extLst xmlns:a="http://schemas.openxmlformats.org/drawingml/2006/main">
              <a:ext uri="{FF2B5EF4-FFF2-40B4-BE49-F238E27FC236}">
                <a16:creationId xmlns:a16="http://schemas.microsoft.com/office/drawing/2014/main" id="{4F3FA79E-B584-471C-AD7C-D48EF23748E5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6795826" y="2650075"/>
            <a:ext cx="858900" cy="43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логи +
трассировка</a:t>
            </a:r>
          </a:p>
        </p:txBody>
      </p:sp>
      <p:sp>
        <p:nvSpPr>
          <p:cNvPr id="1542" name="Google Shape;1542;p125">
            <a:extLst xmlns:a="http://schemas.openxmlformats.org/drawingml/2006/main">
              <a:ext uri="{FF2B5EF4-FFF2-40B4-BE49-F238E27FC236}">
                <a16:creationId xmlns:a16="http://schemas.microsoft.com/office/drawing/2014/main" id="{21B6F1B0-F160-406E-A216-61B40200017D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4869751" y="2650075"/>
            <a:ext cx="858900" cy="43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решение
человека</a:t>
            </a:r>
          </a:p>
        </p:txBody>
      </p:sp>
      <p:sp>
        <p:nvSpPr>
          <p:cNvPr id="1543" name="Google Shape;1543;p125">
            <a:extLst xmlns:a="http://schemas.openxmlformats.org/drawingml/2006/main">
              <a:ext uri="{FF2B5EF4-FFF2-40B4-BE49-F238E27FC236}">
                <a16:creationId xmlns:a16="http://schemas.microsoft.com/office/drawing/2014/main" id="{DB6311E6-DFCC-43E9-9E54-B364C256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25" y="4693500"/>
            <a:ext cx="20661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AI REVIEWER</a:t>
            </a:r>
          </a:p>
        </p:txBody>
      </p:sp>
      <p:sp>
        <p:nvSpPr>
          <p:cNvPr id="1544" name="Google Shape;1544;p125">
            <a:extLst xmlns:a="http://schemas.openxmlformats.org/drawingml/2006/main">
              <a:ext uri="{FF2B5EF4-FFF2-40B4-BE49-F238E27FC236}">
                <a16:creationId xmlns:a16="http://schemas.microsoft.com/office/drawing/2014/main" id="{7B899CCB-F28A-43E4-A0B1-D0B46C7C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300" y="4693500"/>
            <a:ext cx="8277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AVITO</a:t>
            </a:r>
          </a:p>
        </p:txBody>
      </p:sp>
      <p:sp>
        <p:nvSpPr>
          <p:cNvPr id="1545" name="Google Shape;1545;p125">
            <a:extLst xmlns:a="http://schemas.openxmlformats.org/drawingml/2006/main">
              <a:ext uri="{FF2B5EF4-FFF2-40B4-BE49-F238E27FC236}">
                <a16:creationId xmlns:a16="http://schemas.microsoft.com/office/drawing/2014/main" id="{C2BC572A-8A67-402A-B1E7-3FFC4E38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833" y="1245450"/>
            <a:ext cx="1666200" cy="71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8F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125">
            <a:extLst xmlns:a="http://schemas.openxmlformats.org/drawingml/2006/main">
              <a:ext uri="{FF2B5EF4-FFF2-40B4-BE49-F238E27FC236}">
                <a16:creationId xmlns:a16="http://schemas.microsoft.com/office/drawing/2014/main" id="{29B18FE4-27CF-41AE-A1DD-590A152B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70" y="1617850"/>
            <a:ext cx="2752500" cy="71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8F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07859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7" name="Google Shape;737;p86">
            <a:extLst xmlns:a="http://schemas.openxmlformats.org/drawingml/2006/main">
              <a:ext uri="{FF2B5EF4-FFF2-40B4-BE49-F238E27FC236}">
                <a16:creationId xmlns:a16="http://schemas.microsoft.com/office/drawing/2014/main" id="{3D0D5906-5CFF-45DD-A7CC-3DE73F83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" y="1209300"/>
            <a:ext cx="2703600" cy="3317700"/>
          </a:xfrm>
          <a:prstGeom xmlns:a="http://schemas.openxmlformats.org/drawingml/2006/main" prst="roundRect">
            <a:avLst>
              <a:gd name="adj" fmla="val 8186"/>
            </a:avLst>
          </a:prstGeom>
          <a:solidFill xmlns:a="http://schemas.openxmlformats.org/drawingml/2006/main">
            <a:srgbClr val="F7E8F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38" name="Google Shape;738;p86">
            <a:extLst xmlns:a="http://schemas.openxmlformats.org/drawingml/2006/main">
              <a:ext uri="{FF2B5EF4-FFF2-40B4-BE49-F238E27FC236}">
                <a16:creationId xmlns:a16="http://schemas.microsoft.com/office/drawing/2014/main" id="{D3A6DEED-0B78-4788-866B-26D110CA2A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2725" y="3845492"/>
            <a:ext cx="2463600" cy="53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Единый кабинет
экраны ролей, БД и API</a:t>
            </a:r>
          </a:p>
        </p:txBody>
      </p:sp>
      <p:sp>
        <p:nvSpPr>
          <p:cNvPr id="739" name="Google Shape;739;p86">
            <a:extLst xmlns:a="http://schemas.openxmlformats.org/drawingml/2006/main">
              <a:ext uri="{FF2B5EF4-FFF2-40B4-BE49-F238E27FC236}">
                <a16:creationId xmlns:a16="http://schemas.microsoft.com/office/drawing/2014/main" id="{DFE5586D-9739-4321-8127-AFD0A92F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200" y="1209300"/>
            <a:ext cx="2703600" cy="3317700"/>
          </a:xfrm>
          <a:prstGeom xmlns:a="http://schemas.openxmlformats.org/drawingml/2006/main" prst="roundRect">
            <a:avLst>
              <a:gd name="adj" fmla="val 7329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40" name="Google Shape;740;p86">
            <a:extLst xmlns:a="http://schemas.openxmlformats.org/drawingml/2006/main">
              <a:ext uri="{FF2B5EF4-FFF2-40B4-BE49-F238E27FC236}">
                <a16:creationId xmlns:a16="http://schemas.microsoft.com/office/drawing/2014/main" id="{9B9C9F4B-30FC-414F-B358-CE8D965B6637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352925" y="3845492"/>
            <a:ext cx="2463600" cy="53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Конструктор
идея → полное задание</a:t>
            </a:r>
          </a:p>
        </p:txBody>
      </p:sp>
      <p:sp>
        <p:nvSpPr>
          <p:cNvPr id="741" name="Google Shape;741;p86">
            <a:extLst xmlns:a="http://schemas.openxmlformats.org/drawingml/2006/main">
              <a:ext uri="{FF2B5EF4-FFF2-40B4-BE49-F238E27FC236}">
                <a16:creationId xmlns:a16="http://schemas.microsoft.com/office/drawing/2014/main" id="{E621D966-BB4C-4FD4-8C4A-6943B9D0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400" y="1209300"/>
            <a:ext cx="2703600" cy="3317700"/>
          </a:xfrm>
          <a:prstGeom xmlns:a="http://schemas.openxmlformats.org/drawingml/2006/main" prst="roundRect">
            <a:avLst>
              <a:gd name="adj" fmla="val 7183"/>
            </a:avLst>
          </a:prstGeom>
          <a:solidFill xmlns:a="http://schemas.openxmlformats.org/drawingml/2006/main">
            <a:srgbClr val="34343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42" name="Google Shape;742;p86">
            <a:extLst xmlns:a="http://schemas.openxmlformats.org/drawingml/2006/main">
              <a:ext uri="{FF2B5EF4-FFF2-40B4-BE49-F238E27FC236}">
                <a16:creationId xmlns:a16="http://schemas.microsoft.com/office/drawing/2014/main" id="{C56B9E23-CA9B-44C8-8DE2-2F8A78FF3FDF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123125" y="3845492"/>
            <a:ext cx="2463600" cy="53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Manrope Medium"/>
                <a:ea typeface="Manrope Medium"/>
                <a:cs typeface="Manrope Medium"/>
              </a:rPr>
              <a:t>В разработке
AI Review + AI Detector</a:t>
            </a:r>
          </a:p>
        </p:txBody>
      </p:sp>
      <p:sp>
        <p:nvSpPr>
          <p:cNvPr id="743" name="Google Shape;743;p86">
            <a:extLst xmlns:a="http://schemas.openxmlformats.org/drawingml/2006/main">
              <a:ext uri="{FF2B5EF4-FFF2-40B4-BE49-F238E27FC236}">
                <a16:creationId xmlns:a16="http://schemas.microsoft.com/office/drawing/2014/main" id="{1B2CEB85-C7E1-48FC-89A4-0639D276DA42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582725" y="1209300"/>
            <a:ext cx="2457000" cy="95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01</a:t>
            </a:r>
          </a:p>
        </p:txBody>
      </p:sp>
      <p:sp>
        <p:nvSpPr>
          <p:cNvPr id="744" name="Google Shape;744;p86">
            <a:extLst xmlns:a="http://schemas.openxmlformats.org/drawingml/2006/main">
              <a:ext uri="{FF2B5EF4-FFF2-40B4-BE49-F238E27FC236}">
                <a16:creationId xmlns:a16="http://schemas.microsoft.com/office/drawing/2014/main" id="{91D450E7-553F-4C43-8110-82B93943F966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3343500" y="1209300"/>
            <a:ext cx="2457000" cy="95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02</a:t>
            </a:r>
          </a:p>
        </p:txBody>
      </p:sp>
      <p:sp>
        <p:nvSpPr>
          <p:cNvPr id="745" name="Google Shape;745;p86">
            <a:extLst xmlns:a="http://schemas.openxmlformats.org/drawingml/2006/main">
              <a:ext uri="{FF2B5EF4-FFF2-40B4-BE49-F238E27FC236}">
                <a16:creationId xmlns:a16="http://schemas.microsoft.com/office/drawing/2014/main" id="{9F367664-CD4C-4A1E-B112-9EDC9E1EB7DC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6104275" y="1209300"/>
            <a:ext cx="2457000" cy="95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0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</a:rPr>
              <a:t>03</a:t>
            </a:r>
          </a:p>
        </p:txBody>
      </p:sp>
      <p:sp>
        <p:nvSpPr>
          <p:cNvPr id="746" name="Google Shape;746;p86">
            <a:extLst xmlns:a="http://schemas.openxmlformats.org/drawingml/2006/main">
              <a:ext uri="{FF2B5EF4-FFF2-40B4-BE49-F238E27FC236}">
                <a16:creationId xmlns:a16="http://schemas.microsoft.com/office/drawing/2014/main" id="{DB75CD0B-232A-4FD0-84B8-EE48032A4B28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441875" y="450000"/>
            <a:ext cx="4124100" cy="62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Что уже работает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47" name="Google Shape;747;p86">
            <a:extLst xmlns:a="http://schemas.openxmlformats.org/drawingml/2006/main">
              <a:ext uri="{FF2B5EF4-FFF2-40B4-BE49-F238E27FC236}">
                <a16:creationId xmlns:a16="http://schemas.microsoft.com/office/drawing/2014/main" id="{DE14EE5F-F14B-48E9-8AFB-9E1A184F9691}"/>
              </a:ext>
            </a:extLst>
          </p:cNvPr>
          <p:cNvSpPr>
            <a:spLocks xmlns:a="http://schemas.openxmlformats.org/drawingml/2006/main" noGrp="1"/>
          </p:cNvSpPr>
          <p:nvPr>
            <p:ph type="title" idx="8"/>
          </p:nvPr>
        </p:nvSpPr>
        <p:spPr>
          <a:xfrm xmlns:a="http://schemas.openxmlformats.org/drawingml/2006/main">
            <a:off x="5252900" y="450000"/>
            <a:ext cx="3441300" cy="6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66666"/>
                </a:solidFill>
                <a:latin typeface="IBM Plex Mono"/>
                <a:ea typeface="IBM Plex Mono"/>
                <a:cs typeface="IBM Plex Mono"/>
              </a:rPr>
              <a:t>Demo-данные отмечены
в интерфейсе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748" name="Google Shape;748;p86">
            <a:extLst xmlns:a="http://schemas.openxmlformats.org/drawingml/2006/main">
              <a:ext uri="{FF2B5EF4-FFF2-40B4-BE49-F238E27FC236}">
                <a16:creationId xmlns:a16="http://schemas.microsoft.com/office/drawing/2014/main" id="{00AAB554-9678-4703-83C7-C0BBC59E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25" y="4693500"/>
            <a:ext cx="20661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AI REVIEWER</a:t>
            </a:r>
          </a:p>
        </p:txBody>
      </p:sp>
      <p:sp>
        <p:nvSpPr>
          <p:cNvPr id="749" name="Google Shape;749;p86">
            <a:extLst xmlns:a="http://schemas.openxmlformats.org/drawingml/2006/main">
              <a:ext uri="{FF2B5EF4-FFF2-40B4-BE49-F238E27FC236}">
                <a16:creationId xmlns:a16="http://schemas.microsoft.com/office/drawing/2014/main" id="{86AEA20A-375D-4FB4-9804-2C7B1FAD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300" y="4693500"/>
            <a:ext cx="8277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AVITO</a:t>
            </a:r>
          </a:p>
        </p:txBody>
      </p:sp>
    </p:spTree>
    <p:extLst>
      <p:ext uri="{BB962C8B-B14F-4D97-AF65-F5344CB8AC3E}">
        <p14:creationId xmlns:p14="http://schemas.microsoft.com/office/powerpoint/2010/main" val="119003082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4" name="Google Shape;754;p87">
            <a:extLst xmlns:a="http://schemas.openxmlformats.org/drawingml/2006/main">
              <a:ext uri="{FF2B5EF4-FFF2-40B4-BE49-F238E27FC236}">
                <a16:creationId xmlns:a16="http://schemas.microsoft.com/office/drawing/2014/main" id="{5189EEF8-BBB8-49D1-85FD-DA89C72A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92" y="2204850"/>
            <a:ext cx="2004900" cy="2322300"/>
          </a:xfrm>
          <a:prstGeom xmlns:a="http://schemas.openxmlformats.org/drawingml/2006/main" prst="roundRect">
            <a:avLst>
              <a:gd name="adj" fmla="val 8591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55" name="Google Shape;755;p87">
            <a:extLst xmlns:a="http://schemas.openxmlformats.org/drawingml/2006/main">
              <a:ext uri="{FF2B5EF4-FFF2-40B4-BE49-F238E27FC236}">
                <a16:creationId xmlns:a16="http://schemas.microsoft.com/office/drawing/2014/main" id="{C8F2B5AE-F6B2-4615-B57C-29BC8504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92" y="2204850"/>
            <a:ext cx="2004900" cy="2322300"/>
          </a:xfrm>
          <a:prstGeom xmlns:a="http://schemas.openxmlformats.org/drawingml/2006/main" prst="roundRect">
            <a:avLst>
              <a:gd name="adj" fmla="val 8591"/>
            </a:avLst>
          </a:prstGeom>
          <a:solidFill xmlns:a="http://schemas.openxmlformats.org/drawingml/2006/main">
            <a:srgbClr val="F7E8F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56" name="Google Shape;756;p87">
            <a:extLst xmlns:a="http://schemas.openxmlformats.org/drawingml/2006/main">
              <a:ext uri="{FF2B5EF4-FFF2-40B4-BE49-F238E27FC236}">
                <a16:creationId xmlns:a16="http://schemas.microsoft.com/office/drawing/2014/main" id="{766D7E8A-B933-4ED3-A92F-019A08CD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759" y="2204850"/>
            <a:ext cx="2004900" cy="2322300"/>
          </a:xfrm>
          <a:prstGeom xmlns:a="http://schemas.openxmlformats.org/drawingml/2006/main" prst="roundRect">
            <a:avLst>
              <a:gd name="adj" fmla="val 8591"/>
            </a:avLst>
          </a:prstGeom>
          <a:solidFill xmlns:a="http://schemas.openxmlformats.org/drawingml/2006/main">
            <a:srgbClr val="DAF7D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57" name="Google Shape;757;p87">
            <a:extLst xmlns:a="http://schemas.openxmlformats.org/drawingml/2006/main">
              <a:ext uri="{FF2B5EF4-FFF2-40B4-BE49-F238E27FC236}">
                <a16:creationId xmlns:a16="http://schemas.microsoft.com/office/drawing/2014/main" id="{4E3DD06D-E317-4091-BF04-D30DA5A8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526" y="2204850"/>
            <a:ext cx="2004900" cy="2322300"/>
          </a:xfrm>
          <a:prstGeom xmlns:a="http://schemas.openxmlformats.org/drawingml/2006/main" prst="roundRect">
            <a:avLst>
              <a:gd name="adj" fmla="val 8591"/>
            </a:avLst>
          </a:prstGeom>
          <a:solidFill xmlns:a="http://schemas.openxmlformats.org/drawingml/2006/main">
            <a:srgbClr val="34343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58" name="Google Shape;758;p87">
            <a:extLst xmlns:a="http://schemas.openxmlformats.org/drawingml/2006/main">
              <a:ext uri="{FF2B5EF4-FFF2-40B4-BE49-F238E27FC236}">
                <a16:creationId xmlns:a16="http://schemas.microsoft.com/office/drawing/2014/main" id="{F1874126-764E-405C-9D83-47DE22FF63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1875" y="450000"/>
            <a:ext cx="5229900" cy="92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В MVP — ядро кейса
и три наших модуля</a:t>
            </a:r>
            <a:endParaRPr sz="2400">
              <a:solidFill>
                <a:schemeClr val="dk1"/>
              </a:solidFill>
              <a:latin typeface="Manrope SemiBold"/>
              <a:ea typeface="Manrope SemiBold"/>
              <a:cs typeface="Manrope SemiBold"/>
            </a:endParaRPr>
          </a:p>
        </p:txBody>
      </p:sp>
      <p:sp>
        <p:nvSpPr>
          <p:cNvPr id="759" name="Google Shape;759;p87">
            <a:extLst xmlns:a="http://schemas.openxmlformats.org/drawingml/2006/main">
              <a:ext uri="{FF2B5EF4-FFF2-40B4-BE49-F238E27FC236}">
                <a16:creationId xmlns:a16="http://schemas.microsoft.com/office/drawing/2014/main" id="{113813C8-3913-47E3-8127-825C83A358EA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519625" y="3854325"/>
            <a:ext cx="1865700" cy="603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Ядро кейса:
роутинг + AI Review</a:t>
            </a:r>
          </a:p>
        </p:txBody>
      </p:sp>
      <p:sp>
        <p:nvSpPr>
          <p:cNvPr id="760" name="Google Shape;760;p87">
            <a:extLst xmlns:a="http://schemas.openxmlformats.org/drawingml/2006/main">
              <a:ext uri="{FF2B5EF4-FFF2-40B4-BE49-F238E27FC236}">
                <a16:creationId xmlns:a16="http://schemas.microsoft.com/office/drawing/2014/main" id="{1FDFB274-4463-442B-8011-88ECF4512089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519575" y="2204850"/>
            <a:ext cx="1865700" cy="6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01</a:t>
            </a:r>
          </a:p>
        </p:txBody>
      </p:sp>
      <p:sp>
        <p:nvSpPr>
          <p:cNvPr id="761" name="Google Shape;761;p87">
            <a:extLst xmlns:a="http://schemas.openxmlformats.org/drawingml/2006/main">
              <a:ext uri="{FF2B5EF4-FFF2-40B4-BE49-F238E27FC236}">
                <a16:creationId xmlns:a16="http://schemas.microsoft.com/office/drawing/2014/main" id="{D9FDF3E6-1339-4088-9B33-905EC894B614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5252900" y="450000"/>
            <a:ext cx="3441300" cy="6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66666"/>
                </a:solidFill>
                <a:latin typeface="IBM Plex Mono"/>
                <a:ea typeface="IBM Plex Mono"/>
                <a:cs typeface="IBM Plex Mono"/>
              </a:rPr>
              <a:t>Data Science + GitHub
human-in-the-loop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762" name="Google Shape;762;p87">
            <a:extLst xmlns:a="http://schemas.openxmlformats.org/drawingml/2006/main">
              <a:ext uri="{FF2B5EF4-FFF2-40B4-BE49-F238E27FC236}">
                <a16:creationId xmlns:a16="http://schemas.microsoft.com/office/drawing/2014/main" id="{35FB9225-8688-4456-8B87-BC7E820DAE02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2599388" y="3854325"/>
            <a:ext cx="1865700" cy="603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Наше:
кабинет + понимание</a:t>
            </a:r>
          </a:p>
        </p:txBody>
      </p:sp>
      <p:sp>
        <p:nvSpPr>
          <p:cNvPr id="763" name="Google Shape;763;p87">
            <a:extLst xmlns:a="http://schemas.openxmlformats.org/drawingml/2006/main">
              <a:ext uri="{FF2B5EF4-FFF2-40B4-BE49-F238E27FC236}">
                <a16:creationId xmlns:a16="http://schemas.microsoft.com/office/drawing/2014/main" id="{313FBAC1-67C5-4F61-AF9E-E028157944C2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2599338" y="2204850"/>
            <a:ext cx="1865700" cy="6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02</a:t>
            </a:r>
          </a:p>
        </p:txBody>
      </p:sp>
      <p:sp>
        <p:nvSpPr>
          <p:cNvPr id="764" name="Google Shape;764;p87">
            <a:extLst xmlns:a="http://schemas.openxmlformats.org/drawingml/2006/main">
              <a:ext uri="{FF2B5EF4-FFF2-40B4-BE49-F238E27FC236}">
                <a16:creationId xmlns:a16="http://schemas.microsoft.com/office/drawing/2014/main" id="{69A00E79-6B66-4371-ABF7-FE278E2858A4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4679138" y="3854325"/>
            <a:ext cx="1865700" cy="603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lt1"/>
                </a:solidFill>
                <a:latin typeface="Manrope Medium"/>
                <a:ea typeface="Manrope Medium"/>
                <a:cs typeface="Manrope Medium"/>
              </a:rPr>
              <a:t>Наше:
конструктор</a:t>
            </a:r>
          </a:p>
        </p:txBody>
      </p:sp>
      <p:sp>
        <p:nvSpPr>
          <p:cNvPr id="765" name="Google Shape;765;p87">
            <a:extLst xmlns:a="http://schemas.openxmlformats.org/drawingml/2006/main">
              <a:ext uri="{FF2B5EF4-FFF2-40B4-BE49-F238E27FC236}">
                <a16:creationId xmlns:a16="http://schemas.microsoft.com/office/drawing/2014/main" id="{73159F00-B355-4959-905A-54F7439D3CCC}"/>
              </a:ext>
            </a:extLst>
          </p:cNvPr>
          <p:cNvSpPr>
            <a:spLocks xmlns:a="http://schemas.openxmlformats.org/drawingml/2006/main" noGrp="1"/>
          </p:cNvSpPr>
          <p:nvPr>
            <p:ph type="title" idx="8"/>
          </p:nvPr>
        </p:nvSpPr>
        <p:spPr>
          <a:xfrm xmlns:a="http://schemas.openxmlformats.org/drawingml/2006/main">
            <a:off x="4679088" y="2204850"/>
            <a:ext cx="1865700" cy="6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</a:rPr>
              <a:t>03</a:t>
            </a:r>
          </a:p>
        </p:txBody>
      </p:sp>
      <p:sp>
        <p:nvSpPr>
          <p:cNvPr id="766" name="Google Shape;766;p87">
            <a:extLst xmlns:a="http://schemas.openxmlformats.org/drawingml/2006/main">
              <a:ext uri="{FF2B5EF4-FFF2-40B4-BE49-F238E27FC236}">
                <a16:creationId xmlns:a16="http://schemas.microsoft.com/office/drawing/2014/main" id="{E83507B2-62E5-407E-A644-371D1216F6C0}"/>
              </a:ext>
            </a:extLst>
          </p:cNvPr>
          <p:cNvSpPr>
            <a:spLocks xmlns:a="http://schemas.openxmlformats.org/drawingml/2006/main" noGrp="1"/>
          </p:cNvSpPr>
          <p:nvPr>
            <p:ph type="title" idx="9"/>
          </p:nvPr>
        </p:nvSpPr>
        <p:spPr>
          <a:xfrm xmlns:a="http://schemas.openxmlformats.org/drawingml/2006/main">
            <a:off x="6758888" y="3854325"/>
            <a:ext cx="1865700" cy="603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Demo:
нагрузка + аналитика</a:t>
            </a:r>
          </a:p>
        </p:txBody>
      </p:sp>
      <p:sp>
        <p:nvSpPr>
          <p:cNvPr id="767" name="Google Shape;767;p87">
            <a:extLst xmlns:a="http://schemas.openxmlformats.org/drawingml/2006/main">
              <a:ext uri="{FF2B5EF4-FFF2-40B4-BE49-F238E27FC236}">
                <a16:creationId xmlns:a16="http://schemas.microsoft.com/office/drawing/2014/main" id="{D2448771-8442-4263-9729-824B814AFCB2}"/>
              </a:ext>
            </a:extLst>
          </p:cNvPr>
          <p:cNvSpPr>
            <a:spLocks xmlns:a="http://schemas.openxmlformats.org/drawingml/2006/main" noGrp="1"/>
          </p:cNvSpPr>
          <p:nvPr>
            <p:ph type="title" idx="13"/>
          </p:nvPr>
        </p:nvSpPr>
        <p:spPr>
          <a:xfrm xmlns:a="http://schemas.openxmlformats.org/drawingml/2006/main">
            <a:off x="6758838" y="2204850"/>
            <a:ext cx="1865700" cy="6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04</a:t>
            </a:r>
          </a:p>
        </p:txBody>
      </p:sp>
      <p:sp>
        <p:nvSpPr>
          <p:cNvPr id="768" name="Google Shape;768;p87">
            <a:extLst xmlns:a="http://schemas.openxmlformats.org/drawingml/2006/main">
              <a:ext uri="{FF2B5EF4-FFF2-40B4-BE49-F238E27FC236}">
                <a16:creationId xmlns:a16="http://schemas.microsoft.com/office/drawing/2014/main" id="{19643B4F-B9DE-46CB-B3E2-0C410B64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25" y="4693500"/>
            <a:ext cx="20661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AI REVIEWER</a:t>
            </a:r>
          </a:p>
        </p:txBody>
      </p:sp>
      <p:sp>
        <p:nvSpPr>
          <p:cNvPr id="769" name="Google Shape;769;p87">
            <a:extLst xmlns:a="http://schemas.openxmlformats.org/drawingml/2006/main">
              <a:ext uri="{FF2B5EF4-FFF2-40B4-BE49-F238E27FC236}">
                <a16:creationId xmlns:a16="http://schemas.microsoft.com/office/drawing/2014/main" id="{BF68A49A-7009-4E2A-9034-935CF38A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300" y="4693500"/>
            <a:ext cx="8277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AVITO</a:t>
            </a:r>
          </a:p>
        </p:txBody>
      </p:sp>
    </p:spTree>
    <p:extLst>
      <p:ext uri="{BB962C8B-B14F-4D97-AF65-F5344CB8AC3E}">
        <p14:creationId xmlns:p14="http://schemas.microsoft.com/office/powerpoint/2010/main" val="201529682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2" name="Google Shape;702;p84">
            <a:extLst xmlns:a="http://schemas.openxmlformats.org/drawingml/2006/main">
              <a:ext uri="{FF2B5EF4-FFF2-40B4-BE49-F238E27FC236}">
                <a16:creationId xmlns:a16="http://schemas.microsoft.com/office/drawing/2014/main" id="{400828A9-6BF4-47F7-9AFC-3EC8AAEE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" y="1287413"/>
            <a:ext cx="2703600" cy="32397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03" name="Google Shape;703;p84">
            <a:extLst xmlns:a="http://schemas.openxmlformats.org/drawingml/2006/main">
              <a:ext uri="{FF2B5EF4-FFF2-40B4-BE49-F238E27FC236}">
                <a16:creationId xmlns:a16="http://schemas.microsoft.com/office/drawing/2014/main" id="{34283709-D754-46B3-BA93-DAC0D1766A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2725" y="1372909"/>
            <a:ext cx="2463600" cy="14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Время ревью
против ориентира
около 60 минут</a:t>
            </a:r>
          </a:p>
        </p:txBody>
      </p:sp>
      <p:sp>
        <p:nvSpPr>
          <p:cNvPr id="704" name="Google Shape;704;p84">
            <a:extLst xmlns:a="http://schemas.openxmlformats.org/drawingml/2006/main">
              <a:ext uri="{FF2B5EF4-FFF2-40B4-BE49-F238E27FC236}">
                <a16:creationId xmlns:a16="http://schemas.microsoft.com/office/drawing/2014/main" id="{4F074F4A-650A-40C6-88A2-76A1DE08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200" y="1287413"/>
            <a:ext cx="2703600" cy="32397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05" name="Google Shape;705;p84">
            <a:extLst xmlns:a="http://schemas.openxmlformats.org/drawingml/2006/main">
              <a:ext uri="{FF2B5EF4-FFF2-40B4-BE49-F238E27FC236}">
                <a16:creationId xmlns:a16="http://schemas.microsoft.com/office/drawing/2014/main" id="{05D6D5D7-08C4-4F36-99E6-55E6F8108544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352925" y="1372909"/>
            <a:ext cx="2463600" cy="14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Отклонение балла
AI от независимой
оценки эксперта</a:t>
            </a:r>
          </a:p>
        </p:txBody>
      </p:sp>
      <p:sp>
        <p:nvSpPr>
          <p:cNvPr id="706" name="Google Shape;706;p84">
            <a:extLst xmlns:a="http://schemas.openxmlformats.org/drawingml/2006/main">
              <a:ext uri="{FF2B5EF4-FFF2-40B4-BE49-F238E27FC236}">
                <a16:creationId xmlns:a16="http://schemas.microsoft.com/office/drawing/2014/main" id="{81072A3C-8089-414B-9FBE-A04EABD1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400" y="1287413"/>
            <a:ext cx="2703600" cy="32397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07" name="Google Shape;707;p84">
            <a:extLst xmlns:a="http://schemas.openxmlformats.org/drawingml/2006/main">
              <a:ext uri="{FF2B5EF4-FFF2-40B4-BE49-F238E27FC236}">
                <a16:creationId xmlns:a16="http://schemas.microsoft.com/office/drawing/2014/main" id="{7ECC7A8D-8F19-49EF-8603-F264485A7161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123125" y="1372909"/>
            <a:ext cx="2463600" cy="14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Прозрачность
статус, срок, ревьюер
и результат</a:t>
            </a:r>
          </a:p>
        </p:txBody>
      </p:sp>
      <p:sp>
        <p:nvSpPr>
          <p:cNvPr id="708" name="Google Shape;708;p84">
            <a:extLst xmlns:a="http://schemas.openxmlformats.org/drawingml/2006/main">
              <a:ext uri="{FF2B5EF4-FFF2-40B4-BE49-F238E27FC236}">
                <a16:creationId xmlns:a16="http://schemas.microsoft.com/office/drawing/2014/main" id="{98B6A681-FF48-41C7-9D23-62DE499EB796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582725" y="3498775"/>
            <a:ext cx="2457000" cy="95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≤15</a:t>
            </a:r>
          </a:p>
        </p:txBody>
      </p:sp>
      <p:sp>
        <p:nvSpPr>
          <p:cNvPr id="709" name="Google Shape;709;p84">
            <a:extLst xmlns:a="http://schemas.openxmlformats.org/drawingml/2006/main">
              <a:ext uri="{FF2B5EF4-FFF2-40B4-BE49-F238E27FC236}">
                <a16:creationId xmlns:a16="http://schemas.microsoft.com/office/drawing/2014/main" id="{DED50D43-ACB4-41E3-B49F-C5C47DDBFD58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3343500" y="3498775"/>
            <a:ext cx="2457000" cy="95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≤10%</a:t>
            </a:r>
          </a:p>
        </p:txBody>
      </p:sp>
      <p:sp>
        <p:nvSpPr>
          <p:cNvPr id="710" name="Google Shape;710;p84">
            <a:extLst xmlns:a="http://schemas.openxmlformats.org/drawingml/2006/main">
              <a:ext uri="{FF2B5EF4-FFF2-40B4-BE49-F238E27FC236}">
                <a16:creationId xmlns:a16="http://schemas.microsoft.com/office/drawing/2014/main" id="{1597FFA2-9B75-44BA-B8A4-162A4163C160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6104275" y="3498775"/>
            <a:ext cx="2457000" cy="95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100%</a:t>
            </a:r>
          </a:p>
        </p:txBody>
      </p:sp>
      <p:sp>
        <p:nvSpPr>
          <p:cNvPr id="711" name="Google Shape;711;p84">
            <a:extLst xmlns:a="http://schemas.openxmlformats.org/drawingml/2006/main">
              <a:ext uri="{FF2B5EF4-FFF2-40B4-BE49-F238E27FC236}">
                <a16:creationId xmlns:a16="http://schemas.microsoft.com/office/drawing/2014/main" id="{40C911C5-B718-454E-A593-C6630DA7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25" y="4693500"/>
            <a:ext cx="20661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AI REVIEWER</a:t>
            </a:r>
          </a:p>
        </p:txBody>
      </p:sp>
      <p:sp>
        <p:nvSpPr>
          <p:cNvPr id="712" name="Google Shape;712;p84">
            <a:extLst xmlns:a="http://schemas.openxmlformats.org/drawingml/2006/main">
              <a:ext uri="{FF2B5EF4-FFF2-40B4-BE49-F238E27FC236}">
                <a16:creationId xmlns:a16="http://schemas.microsoft.com/office/drawing/2014/main" id="{6A000222-F31A-4655-BA61-8510FE11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300" y="4693500"/>
            <a:ext cx="8277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AVITO</a:t>
            </a:r>
          </a:p>
        </p:txBody>
      </p:sp>
      <p:sp>
        <p:nvSpPr>
          <p:cNvPr id="713" name="Google Shape;713;p84">
            <a:extLst xmlns:a="http://schemas.openxmlformats.org/drawingml/2006/main">
              <a:ext uri="{FF2B5EF4-FFF2-40B4-BE49-F238E27FC236}">
                <a16:creationId xmlns:a16="http://schemas.microsoft.com/office/drawing/2014/main" id="{30664CBD-1875-48FA-90A2-4C115AC643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8050" y="450000"/>
            <a:ext cx="5490900" cy="67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Критерии успеха MVP</a:t>
            </a:r>
          </a:p>
        </p:txBody>
      </p:sp>
    </p:spTree>
    <p:extLst>
      <p:ext uri="{BB962C8B-B14F-4D97-AF65-F5344CB8AC3E}">
        <p14:creationId xmlns:p14="http://schemas.microsoft.com/office/powerpoint/2010/main" val="31317872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4" name="Google Shape;754;p87">
            <a:extLst xmlns:a="http://schemas.openxmlformats.org/drawingml/2006/main">
              <a:ext uri="{FF2B5EF4-FFF2-40B4-BE49-F238E27FC236}">
                <a16:creationId xmlns:a16="http://schemas.microsoft.com/office/drawing/2014/main" id="{5189EEF8-BBB8-49D1-85FD-DA89C72A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92" y="2204850"/>
            <a:ext cx="2004900" cy="2322300"/>
          </a:xfrm>
          <a:prstGeom xmlns:a="http://schemas.openxmlformats.org/drawingml/2006/main" prst="roundRect">
            <a:avLst>
              <a:gd name="adj" fmla="val 8591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55" name="Google Shape;755;p87">
            <a:extLst xmlns:a="http://schemas.openxmlformats.org/drawingml/2006/main">
              <a:ext uri="{FF2B5EF4-FFF2-40B4-BE49-F238E27FC236}">
                <a16:creationId xmlns:a16="http://schemas.microsoft.com/office/drawing/2014/main" id="{C8F2B5AE-F6B2-4615-B57C-29BC8504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92" y="2204850"/>
            <a:ext cx="2004900" cy="2322300"/>
          </a:xfrm>
          <a:prstGeom xmlns:a="http://schemas.openxmlformats.org/drawingml/2006/main" prst="roundRect">
            <a:avLst>
              <a:gd name="adj" fmla="val 8591"/>
            </a:avLst>
          </a:prstGeom>
          <a:solidFill xmlns:a="http://schemas.openxmlformats.org/drawingml/2006/main">
            <a:srgbClr val="F7E8F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56" name="Google Shape;756;p87">
            <a:extLst xmlns:a="http://schemas.openxmlformats.org/drawingml/2006/main">
              <a:ext uri="{FF2B5EF4-FFF2-40B4-BE49-F238E27FC236}">
                <a16:creationId xmlns:a16="http://schemas.microsoft.com/office/drawing/2014/main" id="{766D7E8A-B933-4ED3-A92F-019A08CD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759" y="2204850"/>
            <a:ext cx="2004900" cy="2322300"/>
          </a:xfrm>
          <a:prstGeom xmlns:a="http://schemas.openxmlformats.org/drawingml/2006/main" prst="roundRect">
            <a:avLst>
              <a:gd name="adj" fmla="val 8591"/>
            </a:avLst>
          </a:prstGeom>
          <a:solidFill xmlns:a="http://schemas.openxmlformats.org/drawingml/2006/main">
            <a:srgbClr val="DAF7D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57" name="Google Shape;757;p87">
            <a:extLst xmlns:a="http://schemas.openxmlformats.org/drawingml/2006/main">
              <a:ext uri="{FF2B5EF4-FFF2-40B4-BE49-F238E27FC236}">
                <a16:creationId xmlns:a16="http://schemas.microsoft.com/office/drawing/2014/main" id="{4E3DD06D-E317-4091-BF04-D30DA5A8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526" y="2204850"/>
            <a:ext cx="2004900" cy="2322300"/>
          </a:xfrm>
          <a:prstGeom xmlns:a="http://schemas.openxmlformats.org/drawingml/2006/main" prst="roundRect">
            <a:avLst>
              <a:gd name="adj" fmla="val 8591"/>
            </a:avLst>
          </a:prstGeom>
          <a:solidFill xmlns:a="http://schemas.openxmlformats.org/drawingml/2006/main">
            <a:srgbClr val="34343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58" name="Google Shape;758;p87">
            <a:extLst xmlns:a="http://schemas.openxmlformats.org/drawingml/2006/main">
              <a:ext uri="{FF2B5EF4-FFF2-40B4-BE49-F238E27FC236}">
                <a16:creationId xmlns:a16="http://schemas.microsoft.com/office/drawing/2014/main" id="{F1874126-764E-405C-9D83-47DE22FF63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1875" y="450000"/>
            <a:ext cx="5229900" cy="92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Четыре риска —
четыре механизма контроля</a:t>
            </a:r>
          </a:p>
        </p:txBody>
      </p:sp>
      <p:sp>
        <p:nvSpPr>
          <p:cNvPr id="759" name="Google Shape;759;p87">
            <a:extLst xmlns:a="http://schemas.openxmlformats.org/drawingml/2006/main">
              <a:ext uri="{FF2B5EF4-FFF2-40B4-BE49-F238E27FC236}">
                <a16:creationId xmlns:a16="http://schemas.microsoft.com/office/drawing/2014/main" id="{113813C8-3913-47E3-8127-825C83A358EA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519625" y="3854325"/>
            <a:ext cx="1865700" cy="603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AI ошибся
→ видны основания</a:t>
            </a:r>
          </a:p>
        </p:txBody>
      </p:sp>
      <p:sp>
        <p:nvSpPr>
          <p:cNvPr id="760" name="Google Shape;760;p87">
            <a:extLst xmlns:a="http://schemas.openxmlformats.org/drawingml/2006/main">
              <a:ext uri="{FF2B5EF4-FFF2-40B4-BE49-F238E27FC236}">
                <a16:creationId xmlns:a16="http://schemas.microsoft.com/office/drawing/2014/main" id="{1FDFB274-4463-442B-8011-88ECF4512089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519575" y="2204850"/>
            <a:ext cx="1865700" cy="6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01</a:t>
            </a:r>
          </a:p>
        </p:txBody>
      </p:sp>
      <p:sp>
        <p:nvSpPr>
          <p:cNvPr id="761" name="Google Shape;761;p87">
            <a:extLst xmlns:a="http://schemas.openxmlformats.org/drawingml/2006/main">
              <a:ext uri="{FF2B5EF4-FFF2-40B4-BE49-F238E27FC236}">
                <a16:creationId xmlns:a16="http://schemas.microsoft.com/office/drawing/2014/main" id="{D9FDF3E6-1339-4088-9B33-905EC894B614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5252900" y="450000"/>
            <a:ext cx="3441300" cy="6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66666"/>
                </a:solidFill>
                <a:latin typeface="IBM Plex Mono"/>
                <a:ea typeface="IBM Plex Mono"/>
                <a:cs typeface="IBM Plex Mono"/>
              </a:rPr>
              <a:t>AI рекомендует,
человек решает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762" name="Google Shape;762;p87">
            <a:extLst xmlns:a="http://schemas.openxmlformats.org/drawingml/2006/main">
              <a:ext uri="{FF2B5EF4-FFF2-40B4-BE49-F238E27FC236}">
                <a16:creationId xmlns:a16="http://schemas.microsoft.com/office/drawing/2014/main" id="{35FB9225-8688-4456-8B87-BC7E820DAE02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2599388" y="3854325"/>
            <a:ext cx="1865700" cy="603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Вопрос слабый
→ эксперт проверит</a:t>
            </a:r>
          </a:p>
        </p:txBody>
      </p:sp>
      <p:sp>
        <p:nvSpPr>
          <p:cNvPr id="763" name="Google Shape;763;p87">
            <a:extLst xmlns:a="http://schemas.openxmlformats.org/drawingml/2006/main">
              <a:ext uri="{FF2B5EF4-FFF2-40B4-BE49-F238E27FC236}">
                <a16:creationId xmlns:a16="http://schemas.microsoft.com/office/drawing/2014/main" id="{313FBAC1-67C5-4F61-AF9E-E028157944C2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2599338" y="2204850"/>
            <a:ext cx="1865700" cy="6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02</a:t>
            </a:r>
          </a:p>
        </p:txBody>
      </p:sp>
      <p:sp>
        <p:nvSpPr>
          <p:cNvPr id="764" name="Google Shape;764;p87">
            <a:extLst xmlns:a="http://schemas.openxmlformats.org/drawingml/2006/main">
              <a:ext uri="{FF2B5EF4-FFF2-40B4-BE49-F238E27FC236}">
                <a16:creationId xmlns:a16="http://schemas.microsoft.com/office/drawing/2014/main" id="{69A00E79-6B66-4371-ABF7-FE278E2858A4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4679138" y="3854325"/>
            <a:ext cx="1865700" cy="603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lt1"/>
                </a:solidFill>
                <a:latin typeface="Manrope Medium"/>
                <a:ea typeface="Manrope Medium"/>
                <a:cs typeface="Manrope Medium"/>
              </a:rPr>
              <a:t>Критерий неточен
→ считаем правки</a:t>
            </a:r>
          </a:p>
        </p:txBody>
      </p:sp>
      <p:sp>
        <p:nvSpPr>
          <p:cNvPr id="765" name="Google Shape;765;p87">
            <a:extLst xmlns:a="http://schemas.openxmlformats.org/drawingml/2006/main">
              <a:ext uri="{FF2B5EF4-FFF2-40B4-BE49-F238E27FC236}">
                <a16:creationId xmlns:a16="http://schemas.microsoft.com/office/drawing/2014/main" id="{73159F00-B355-4959-905A-54F7439D3CCC}"/>
              </a:ext>
            </a:extLst>
          </p:cNvPr>
          <p:cNvSpPr>
            <a:spLocks xmlns:a="http://schemas.openxmlformats.org/drawingml/2006/main" noGrp="1"/>
          </p:cNvSpPr>
          <p:nvPr>
            <p:ph type="title" idx="8"/>
          </p:nvPr>
        </p:nvSpPr>
        <p:spPr>
          <a:xfrm xmlns:a="http://schemas.openxmlformats.org/drawingml/2006/main">
            <a:off x="4679088" y="2204850"/>
            <a:ext cx="1865700" cy="6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</a:rPr>
              <a:t>03</a:t>
            </a:r>
          </a:p>
        </p:txBody>
      </p:sp>
      <p:sp>
        <p:nvSpPr>
          <p:cNvPr id="766" name="Google Shape;766;p87">
            <a:extLst xmlns:a="http://schemas.openxmlformats.org/drawingml/2006/main">
              <a:ext uri="{FF2B5EF4-FFF2-40B4-BE49-F238E27FC236}">
                <a16:creationId xmlns:a16="http://schemas.microsoft.com/office/drawing/2014/main" id="{E83507B2-62E5-407E-A644-371D1216F6C0}"/>
              </a:ext>
            </a:extLst>
          </p:cNvPr>
          <p:cNvSpPr>
            <a:spLocks xmlns:a="http://schemas.openxmlformats.org/drawingml/2006/main" noGrp="1"/>
          </p:cNvSpPr>
          <p:nvPr>
            <p:ph type="title" idx="9"/>
          </p:nvPr>
        </p:nvSpPr>
        <p:spPr>
          <a:xfrm xmlns:a="http://schemas.openxmlformats.org/drawingml/2006/main">
            <a:off x="6758888" y="3854325"/>
            <a:ext cx="1865700" cy="603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Формальное «ОК»
→ логируем решения</a:t>
            </a:r>
          </a:p>
        </p:txBody>
      </p:sp>
      <p:sp>
        <p:nvSpPr>
          <p:cNvPr id="767" name="Google Shape;767;p87">
            <a:extLst xmlns:a="http://schemas.openxmlformats.org/drawingml/2006/main">
              <a:ext uri="{FF2B5EF4-FFF2-40B4-BE49-F238E27FC236}">
                <a16:creationId xmlns:a16="http://schemas.microsoft.com/office/drawing/2014/main" id="{D2448771-8442-4263-9729-824B814AFCB2}"/>
              </a:ext>
            </a:extLst>
          </p:cNvPr>
          <p:cNvSpPr>
            <a:spLocks xmlns:a="http://schemas.openxmlformats.org/drawingml/2006/main" noGrp="1"/>
          </p:cNvSpPr>
          <p:nvPr>
            <p:ph type="title" idx="13"/>
          </p:nvPr>
        </p:nvSpPr>
        <p:spPr>
          <a:xfrm xmlns:a="http://schemas.openxmlformats.org/drawingml/2006/main">
            <a:off x="6758838" y="2204850"/>
            <a:ext cx="1865700" cy="6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04</a:t>
            </a:r>
          </a:p>
        </p:txBody>
      </p:sp>
      <p:sp>
        <p:nvSpPr>
          <p:cNvPr id="768" name="Google Shape;768;p87">
            <a:extLst xmlns:a="http://schemas.openxmlformats.org/drawingml/2006/main">
              <a:ext uri="{FF2B5EF4-FFF2-40B4-BE49-F238E27FC236}">
                <a16:creationId xmlns:a16="http://schemas.microsoft.com/office/drawing/2014/main" id="{19643B4F-B9DE-46CB-B3E2-0C410B64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25" y="4693500"/>
            <a:ext cx="20661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AI REVIEWER</a:t>
            </a:r>
          </a:p>
        </p:txBody>
      </p:sp>
      <p:sp>
        <p:nvSpPr>
          <p:cNvPr id="769" name="Google Shape;769;p87">
            <a:extLst xmlns:a="http://schemas.openxmlformats.org/drawingml/2006/main">
              <a:ext uri="{FF2B5EF4-FFF2-40B4-BE49-F238E27FC236}">
                <a16:creationId xmlns:a16="http://schemas.microsoft.com/office/drawing/2014/main" id="{BF68A49A-7009-4E2A-9034-935CF38A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300" y="4693500"/>
            <a:ext cx="8277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AVITO</a:t>
            </a:r>
          </a:p>
        </p:txBody>
      </p:sp>
    </p:spTree>
    <p:extLst>
      <p:ext uri="{BB962C8B-B14F-4D97-AF65-F5344CB8AC3E}">
        <p14:creationId xmlns:p14="http://schemas.microsoft.com/office/powerpoint/2010/main" val="201529682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55" name="Google Shape;2155;p141">
            <a:extLst xmlns:a="http://schemas.openxmlformats.org/drawingml/2006/main">
              <a:ext uri="{FF2B5EF4-FFF2-40B4-BE49-F238E27FC236}">
                <a16:creationId xmlns:a16="http://schemas.microsoft.com/office/drawing/2014/main" id="{519D8959-C2D2-46CE-AA3D-0165CE72F7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1875" y="2461050"/>
            <a:ext cx="1958100" cy="69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Собрать end-to-end
от GitHub до решения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2177" name="Google Shape;2156;p14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cf10e5a424c44c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823375" y="1790700"/>
            <a:ext cx="1524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78" name="Google Shape;2157;p14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cf10e5a424c44c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14125" y="1790700"/>
            <a:ext cx="1524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79" name="Google Shape;2158;p14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cf10e5a424c44c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632625" y="1790700"/>
            <a:ext cx="1524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80" name="Google Shape;2159;p14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cf10e5a424c44c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41875" y="1790700"/>
            <a:ext cx="1524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81" name="Google Shape;2160;p14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9eb9db77e994f7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18075" y="1862138"/>
            <a:ext cx="8829675" cy="9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61" name="Google Shape;2161;p141">
            <a:extLst xmlns:a="http://schemas.openxmlformats.org/drawingml/2006/main">
              <a:ext uri="{FF2B5EF4-FFF2-40B4-BE49-F238E27FC236}">
                <a16:creationId xmlns:a16="http://schemas.microsoft.com/office/drawing/2014/main" id="{81FBB51E-0EAA-464A-9C99-D7C6DA1B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75" y="2145850"/>
            <a:ext cx="1958100" cy="3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rPr>
              <a:t>Связать сервисы</a:t>
            </a:r>
          </a:p>
        </p:txBody>
      </p:sp>
      <p:sp>
        <p:nvSpPr>
          <p:cNvPr id="2162" name="Google Shape;2162;p141">
            <a:extLst xmlns:a="http://schemas.openxmlformats.org/drawingml/2006/main">
              <a:ext uri="{FF2B5EF4-FFF2-40B4-BE49-F238E27FC236}">
                <a16:creationId xmlns:a16="http://schemas.microsoft.com/office/drawing/2014/main" id="{4EC4AA9A-863A-4CFA-8119-AA378386F1E1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441875" y="450000"/>
            <a:ext cx="4124100" cy="10606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</a:rPr>
              <a:t>План до финальной защиты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63" name="Google Shape;2163;p141">
            <a:extLst xmlns:a="http://schemas.openxmlformats.org/drawingml/2006/main">
              <a:ext uri="{FF2B5EF4-FFF2-40B4-BE49-F238E27FC236}">
                <a16:creationId xmlns:a16="http://schemas.microsoft.com/office/drawing/2014/main" id="{0C0A14A2-2271-4DD3-95D4-6977FF3433C0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2632625" y="2461050"/>
            <a:ext cx="1958100" cy="69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Завершить AI Review
и AI Detector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164" name="Google Shape;2164;p141">
            <a:extLst xmlns:a="http://schemas.openxmlformats.org/drawingml/2006/main">
              <a:ext uri="{FF2B5EF4-FFF2-40B4-BE49-F238E27FC236}">
                <a16:creationId xmlns:a16="http://schemas.microsoft.com/office/drawing/2014/main" id="{DE69E079-9DCE-4638-BC07-9135ABE8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625" y="2145850"/>
            <a:ext cx="1958100" cy="3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rPr>
              <a:t>Закрыть AI-ядро</a:t>
            </a:r>
          </a:p>
        </p:txBody>
      </p:sp>
      <p:sp>
        <p:nvSpPr>
          <p:cNvPr id="2165" name="Google Shape;2165;p141">
            <a:extLst xmlns:a="http://schemas.openxmlformats.org/drawingml/2006/main">
              <a:ext uri="{FF2B5EF4-FFF2-40B4-BE49-F238E27FC236}">
                <a16:creationId xmlns:a16="http://schemas.microsoft.com/office/drawing/2014/main" id="{64D094CB-B3CE-4F18-B4E0-614CCFD2C06F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4823375" y="2461050"/>
            <a:ext cx="1958100" cy="69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Сравнить 3 работы
с оценкой эксперта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166" name="Google Shape;2166;p141">
            <a:extLst xmlns:a="http://schemas.openxmlformats.org/drawingml/2006/main">
              <a:ext uri="{FF2B5EF4-FFF2-40B4-BE49-F238E27FC236}">
                <a16:creationId xmlns:a16="http://schemas.microsoft.com/office/drawing/2014/main" id="{B4406CCB-7185-4B91-9B1E-296294CF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375" y="2145850"/>
            <a:ext cx="1958100" cy="3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rPr>
              <a:t>Проверить качество</a:t>
            </a:r>
          </a:p>
        </p:txBody>
      </p:sp>
      <p:sp>
        <p:nvSpPr>
          <p:cNvPr id="2167" name="Google Shape;2167;p141">
            <a:extLst xmlns:a="http://schemas.openxmlformats.org/drawingml/2006/main">
              <a:ext uri="{FF2B5EF4-FFF2-40B4-BE49-F238E27FC236}">
                <a16:creationId xmlns:a16="http://schemas.microsoft.com/office/drawing/2014/main" id="{38FC1C82-F2AD-436A-964A-BA1CEF96528F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7014125" y="2461050"/>
            <a:ext cx="1958100" cy="69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Зафиксировать метрики
и обновить материалы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168" name="Google Shape;2168;p141">
            <a:extLst xmlns:a="http://schemas.openxmlformats.org/drawingml/2006/main">
              <a:ext uri="{FF2B5EF4-FFF2-40B4-BE49-F238E27FC236}">
                <a16:creationId xmlns:a16="http://schemas.microsoft.com/office/drawing/2014/main" id="{1FC260CE-E401-4606-B6EC-DB15192E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4125" y="2145850"/>
            <a:ext cx="1958100" cy="3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rPr>
              <a:t>Подготовить защиту</a:t>
            </a:r>
          </a:p>
        </p:txBody>
      </p:sp>
      <p:sp>
        <p:nvSpPr>
          <p:cNvPr id="2169" name="Google Shape;2169;p141">
            <a:extLst xmlns:a="http://schemas.openxmlformats.org/drawingml/2006/main">
              <a:ext uri="{FF2B5EF4-FFF2-40B4-BE49-F238E27FC236}">
                <a16:creationId xmlns:a16="http://schemas.microsoft.com/office/drawing/2014/main" id="{B34B37E4-7D5A-46F5-A2A1-DAE9529A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25" y="4693500"/>
            <a:ext cx="20661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AI REVIEWER</a:t>
            </a:r>
          </a:p>
        </p:txBody>
      </p:sp>
      <p:sp>
        <p:nvSpPr>
          <p:cNvPr id="2170" name="Google Shape;2170;p141">
            <a:extLst xmlns:a="http://schemas.openxmlformats.org/drawingml/2006/main">
              <a:ext uri="{FF2B5EF4-FFF2-40B4-BE49-F238E27FC236}">
                <a16:creationId xmlns:a16="http://schemas.microsoft.com/office/drawing/2014/main" id="{64BDDC34-8319-493D-88D2-88722291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300" y="4693500"/>
            <a:ext cx="827700" cy="16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99999"/>
                </a:solidFill>
                <a:latin typeface="IBM Plex Mono"/>
                <a:ea typeface="IBM Plex Mono"/>
                <a:cs typeface="IBM Plex Mono"/>
              </a:rPr>
              <a:t>AVITO</a:t>
            </a:r>
          </a:p>
        </p:txBody>
      </p:sp>
    </p:spTree>
    <p:extLst>
      <p:ext uri="{BB962C8B-B14F-4D97-AF65-F5344CB8AC3E}">
        <p14:creationId xmlns:p14="http://schemas.microsoft.com/office/powerpoint/2010/main" val="108392275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7" name="Google Shape;387;p55">
            <a:extLst xmlns:a="http://schemas.openxmlformats.org/drawingml/2006/main">
              <a:ext uri="{FF2B5EF4-FFF2-40B4-BE49-F238E27FC236}">
                <a16:creationId xmlns:a16="http://schemas.microsoft.com/office/drawing/2014/main" id="{19474914-3991-9089-41B3-3567C0B492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4577" y="2150158"/>
            <a:ext cx="1679175" cy="400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Никита Кошелев</a:t>
            </a:r>
          </a:p>
        </p:txBody>
      </p:sp>
      <p:sp>
        <p:nvSpPr>
          <p:cNvPr id="388" name="Google Shape;388;p55">
            <a:extLst xmlns:a="http://schemas.openxmlformats.org/drawingml/2006/main">
              <a:ext uri="{FF2B5EF4-FFF2-40B4-BE49-F238E27FC236}">
                <a16:creationId xmlns:a16="http://schemas.microsoft.com/office/drawing/2014/main" id="{E5EF938A-D579-794D-9251-EB0DF8BD0E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4425" y="3055125"/>
            <a:ext cx="2426150" cy="1805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Участие: активное</a:t>
            </a:r>
            <a:endParaRPr sz="1000">
              <a:solidFill>
                <a:schemeClr val="dk1"/>
              </a:solidFill>
              <a:latin typeface="Manrope Medium"/>
              <a:ea typeface="Manrope Medium"/>
              <a:cs typeface="Manrope Medium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nrope Medium"/>
              <a:ea typeface="Manrope Medium"/>
              <a:cs typeface="Manrope Medium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Основной образовательный сервис:</a:t>
            </a:r>
            <a:endParaRPr sz="1000">
              <a:solidFill>
                <a:schemeClr val="dk1"/>
              </a:solidFill>
              <a:latin typeface="Manrope Medium"/>
              <a:ea typeface="Manrope Medium"/>
              <a:cs typeface="Manrope Medium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  <a:def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интерфейс ролей, база данных, API.</a:t>
            </a:r>
            <a:endParaRPr sz="1000">
              <a:solidFill>
                <a:schemeClr val="dk1"/>
              </a:solidFill>
              <a:latin typeface="Manrope Medium"/>
              <a:ea typeface="Manrope Medium"/>
              <a:cs typeface="Manrope Medium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  <a:def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Сейчас: AI Review и фидбэк.</a:t>
            </a:r>
            <a:endParaRPr sz="1000">
              <a:solidFill>
                <a:schemeClr val="dk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389" name="Google Shape;389;p55">
            <a:extLst xmlns:a="http://schemas.openxmlformats.org/drawingml/2006/main">
              <a:ext uri="{FF2B5EF4-FFF2-40B4-BE49-F238E27FC236}">
                <a16:creationId xmlns:a16="http://schemas.microsoft.com/office/drawing/2014/main" id="{1E3FFDC3-E37B-B071-5698-237B98754528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42233" y="2629342"/>
            <a:ext cx="1408852" cy="369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rPr>
              <a:t>AI Engineer</a:t>
            </a:r>
            <a:endParaRPr>
              <a:solidFill>
                <a:srgbClr val="666666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6" name="Google Shape;388;p55">
            <a:extLst xmlns:a="http://schemas.openxmlformats.org/drawingml/2006/main">
              <a:ext uri="{FF2B5EF4-FFF2-40B4-BE49-F238E27FC236}">
                <a16:creationId xmlns:a16="http://schemas.microsoft.com/office/drawing/2014/main" id="{22569F1B-4641-B1AD-F66C-FD1EC3F5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696" y="2998644"/>
            <a:ext cx="2426150" cy="1805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Участие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: 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активное</a:t>
            </a:r>
            <a:endParaRPr sz="1000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  <a:p xmlns:a="http://schemas.openxmlformats.org/drawingml/2006/main">
            <a:pPr>
              <a:lnSpc>
                <a:spcPct val="115000"/>
              </a:lnSpc>
              <a:spcBef>
                <a:spcPts val="400"/>
              </a:spcBef>
              <a:buNone/>
            </a:pPr>
            <a:endParaRPr sz="1000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  <a:p xmlns:a="http://schemas.openxmlformats.org/drawingml/2006/main">
            <a:pPr>
              <a:lnSpc>
                <a:spcPct val="115000"/>
              </a:lnSpc>
              <a:spcBef>
                <a:spcPts val="400"/>
              </a:spcBef>
              <a:buNone/>
              <a:def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Сервис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 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улучшения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 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заданий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 и 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критериев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:</a:t>
            </a:r>
          </a:p>
          <a:p xmlns:a="http://schemas.openxmlformats.org/drawingml/2006/main">
            <a:pPr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  <a:def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идея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 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превращается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 в 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полное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 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задание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.</a:t>
            </a:r>
          </a:p>
          <a:p xmlns:a="http://schemas.openxmlformats.org/drawingml/2006/main">
            <a:pPr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  <a:def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Сейчас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: AI Detector.</a:t>
            </a:r>
          </a:p>
        </p:txBody>
      </p:sp>
      <p:pic>
        <p:nvPicPr>
          <p:cNvPr id="405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44cafafcb4378">
            <a:alphaModFix/>
          </a:blip>
          <a:srcRect xmlns:a="http://schemas.openxmlformats.org/drawingml/2006/main" l="6451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510801"/>
            <a:ext cx="1441485" cy="1429014"/>
          </a:xfrm>
          <a:prstGeom xmlns:a="http://schemas.openxmlformats.org/drawingml/2006/main" prst="roundRect">
            <a:avLst>
              <a:gd name="adj" fmla="val 10140"/>
            </a:avLst>
          </a:prstGeom>
          <a:ln xmlns:a="http://schemas.openxmlformats.org/drawingml/2006/main">
            <a:noFill/>
          </a:ln>
        </p:spPr>
      </p:pic>
      <p:pic>
        <p:nvPicPr>
          <p:cNvPr id="406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be7c054a4464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97498" y="529234"/>
            <a:ext cx="1441485" cy="1441485"/>
          </a:xfrm>
          <a:prstGeom xmlns:a="http://schemas.openxmlformats.org/drawingml/2006/main" prst="roundRect">
            <a:avLst>
              <a:gd name="adj" fmla="val 10140"/>
            </a:avLst>
          </a:prstGeom>
          <a:ln xmlns:a="http://schemas.openxmlformats.org/drawingml/2006/main">
            <a:noFill/>
          </a:ln>
        </p:spPr>
      </p:pic>
      <p:sp>
        <p:nvSpPr>
          <p:cNvPr id="12" name="Google Shape;387;p55">
            <a:extLst xmlns:a="http://schemas.openxmlformats.org/drawingml/2006/main">
              <a:ext uri="{FF2B5EF4-FFF2-40B4-BE49-F238E27FC236}">
                <a16:creationId xmlns:a16="http://schemas.microsoft.com/office/drawing/2014/main" id="{09D33E0B-6AAC-E1EC-AA3A-A03F24BE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317" y="2150158"/>
            <a:ext cx="1679175" cy="400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Иван Чернов</a:t>
            </a:r>
          </a:p>
        </p:txBody>
      </p:sp>
      <p:pic>
        <p:nvPicPr>
          <p:cNvPr id="408" name="Рисунок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727fa81b9442e">
            <a:alphaModFix/>
          </a:blip>
          <a:srcRect xmlns:a="http://schemas.openxmlformats.org/drawingml/2006/main" l="7549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6696" y="525666"/>
            <a:ext cx="1441485" cy="1441485"/>
          </a:xfrm>
          <a:prstGeom xmlns:a="http://schemas.openxmlformats.org/drawingml/2006/main" prst="roundRect">
            <a:avLst>
              <a:gd name="adj" fmla="val 10140"/>
            </a:avLst>
          </a:prstGeom>
          <a:ln xmlns:a="http://schemas.openxmlformats.org/drawingml/2006/main">
            <a:noFill/>
          </a:ln>
        </p:spPr>
      </p:pic>
      <p:sp>
        <p:nvSpPr>
          <p:cNvPr id="16" name="Google Shape;387;p55">
            <a:extLst xmlns:a="http://schemas.openxmlformats.org/drawingml/2006/main">
              <a:ext uri="{FF2B5EF4-FFF2-40B4-BE49-F238E27FC236}">
                <a16:creationId xmlns:a16="http://schemas.microsoft.com/office/drawing/2014/main" id="{CA5177BB-24C7-698A-6E83-274063DA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406" y="2150158"/>
            <a:ext cx="1679175" cy="400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rPr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Анна Курдина</a:t>
            </a:r>
          </a:p>
        </p:txBody>
      </p:sp>
      <p:pic>
        <p:nvPicPr>
          <p:cNvPr id="410" name="Google Shape;2233;p1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6da60416d4b3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7036" y="1068945"/>
            <a:ext cx="509977" cy="46417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" name="Google Shape;389;p55">
            <a:extLst xmlns:a="http://schemas.openxmlformats.org/drawingml/2006/main">
              <a:ext uri="{FF2B5EF4-FFF2-40B4-BE49-F238E27FC236}">
                <a16:creationId xmlns:a16="http://schemas.microsoft.com/office/drawing/2014/main" id="{DD9B60C1-E0A4-8179-8B4E-4B461238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562" y="2593507"/>
            <a:ext cx="1408852" cy="369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rPr>
              <a:t>AI Engineer</a:t>
            </a:r>
            <a:endParaRPr>
              <a:solidFill>
                <a:srgbClr val="666666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20" name="Google Shape;389;p55">
            <a:extLst xmlns:a="http://schemas.openxmlformats.org/drawingml/2006/main">
              <a:ext uri="{FF2B5EF4-FFF2-40B4-BE49-F238E27FC236}">
                <a16:creationId xmlns:a16="http://schemas.microsoft.com/office/drawing/2014/main" id="{57A06F88-7E99-E0B2-2522-43F922BF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602" y="2629342"/>
            <a:ext cx="1408852" cy="369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rPr sz="1200">
                <a:solidFill>
                  <a:srgbClr val="666666"/>
                </a:solidFill>
                <a:latin typeface="IBM Plex Mono"/>
                <a:ea typeface="IBM Plex Mono"/>
                <a:cs typeface="IBM Plex Mono"/>
              </a:rPr>
              <a:t>AI Product</a:t>
            </a:r>
            <a:endParaRPr>
              <a:solidFill>
                <a:srgbClr val="666666"/>
              </a:solidFill>
              <a:latin typeface="IBM Plex Mono"/>
              <a:ea typeface="IBM Plex Mono"/>
              <a:cs typeface="IBM Plex Mono"/>
            </a:endParaRPr>
          </a:p>
        </p:txBody>
      </p:sp>
      <p:pic>
        <p:nvPicPr>
          <p:cNvPr id="413" name="Google Shape;2233;p1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6da60416d4b3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49468" y="1118314"/>
            <a:ext cx="509977" cy="46417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95" name="Anna current contribution">
            <a:extLst xmlns:a="http://schemas.openxmlformats.org/drawingml/2006/main">
              <a:ext uri="{FF2B5EF4-FFF2-40B4-BE49-F238E27FC236}">
                <a16:creationId xmlns:a16="http://schemas.microsoft.com/office/drawing/2014/main" id="{0D1A8A34-BA2D-4EEB-8EF2-64A92A5C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048000"/>
            <a:ext cx="2343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Участие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: 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активное</a:t>
            </a:r>
            <a:endParaRPr sz="1000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  <a:p xmlns:a="http://schemas.openxmlformats.org/drawingml/2006/main">
            <a:endParaRPr sz="1000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  <a:p xmlns:a="http://schemas.openxmlformats.org/drawingml/2006/main">
            <a:endParaRPr sz="1000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  <a:p xmlns:a="http://schemas.openxmlformats.org/drawingml/2006/main">
            <a:endParaRPr sz="1000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  <a:p xmlns:a="http://schemas.openxmlformats.org/drawingml/2006/main">
            <a:pPr>
              <a:buNone/>
              <a:def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Исследования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 и 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концепция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:</a:t>
            </a:r>
          </a:p>
          <a:p xmlns:a="http://schemas.openxmlformats.org/drawingml/2006/main">
            <a:pPr>
              <a:buNone/>
              <a:def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интервью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, AS IS, MVP, 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метрики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.</a:t>
            </a:r>
          </a:p>
          <a:p xmlns:a="http://schemas.openxmlformats.org/drawingml/2006/main">
            <a:pPr>
              <a:buNone/>
              <a:def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Сейчас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: 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валидация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 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решения</a:t>
            </a:r>
            <a:r>
              <a:rPr sz="100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4087816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2026-09-03T15:42:35.5220000Z</dcterms:created>
  <dcterms:modified xsi:type="dcterms:W3CDTF">2026-09-03T15:42:35.5220000Z</dcterms:modified>
</coreProperties>
</file>